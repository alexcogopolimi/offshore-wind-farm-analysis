
<file path=[Content_Types].xml><?xml version="1.0" encoding="utf-8"?>
<Types xmlns="http://schemas.openxmlformats.org/package/2006/content-types">
  <Default Extension="emf" ContentType="image/x-emf"/>
  <Default Extension="glb" ContentType="model/gltf.binary"/>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58" r:id="rId3"/>
    <p:sldId id="281" r:id="rId4"/>
    <p:sldId id="261" r:id="rId5"/>
    <p:sldId id="262" r:id="rId6"/>
    <p:sldId id="263" r:id="rId7"/>
    <p:sldId id="264" r:id="rId8"/>
    <p:sldId id="283" r:id="rId9"/>
    <p:sldId id="271" r:id="rId10"/>
    <p:sldId id="270" r:id="rId11"/>
    <p:sldId id="269" r:id="rId12"/>
    <p:sldId id="268" r:id="rId13"/>
    <p:sldId id="265" r:id="rId14"/>
    <p:sldId id="267" r:id="rId15"/>
    <p:sldId id="275" r:id="rId16"/>
    <p:sldId id="274" r:id="rId17"/>
    <p:sldId id="266" r:id="rId18"/>
    <p:sldId id="277" r:id="rId19"/>
    <p:sldId id="273" r:id="rId20"/>
    <p:sldId id="276" r:id="rId21"/>
    <p:sldId id="279" r:id="rId22"/>
    <p:sldId id="280" r:id="rId23"/>
    <p:sldId id="272" r:id="rId24"/>
  </p:sldIdLst>
  <p:sldSz cx="12192000" cy="6858000"/>
  <p:notesSz cx="6858000" cy="9144000"/>
  <p:defaultText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F8DBF"/>
    <a:srgbClr val="3CADE0"/>
    <a:srgbClr val="19739B"/>
    <a:srgbClr val="CAEEFB"/>
    <a:srgbClr val="8FD0ED"/>
    <a:srgbClr val="83CBE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3AFAF83-46DD-4F3C-88FF-2D62C0A34BD0}" v="32" dt="2025-12-17T15:34:36.629"/>
    <p1510:client id="{7F2F82C6-FE4C-E590-4C26-C15269C84DAA}" v="6" dt="2025-12-17T08:11:06.771"/>
    <p1510:client id="{A69D74BD-BD0E-41CD-8610-30968D60EA04}" v="1" dt="2025-12-16T18:11:25.672"/>
    <p1510:client id="{B24139BE-0897-47E8-8B14-9C4F1BB999D1}" v="139" dt="2025-12-17T11:16:28.926"/>
    <p1510:client id="{B40023F2-4A84-4BD4-80FB-E6581F28FC7A}" v="365" dt="2025-12-17T15:30:40.079"/>
  </p1510:revLst>
</p1510:revInfo>
</file>

<file path=ppt/tableStyles.xml><?xml version="1.0" encoding="utf-8"?>
<a:tblStyleLst xmlns:a="http://schemas.openxmlformats.org/drawingml/2006/main" def="{5C22544A-7EE6-4342-B048-85BDC9FD1C3A}">
  <a:tblStyle styleId="{5C22544A-7EE6-4342-B048-85BDC9FD1C3A}" styleName="Stile medio 2 - Color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guide orient="horz" pos="2160"/>
        <p:guide pos="3840"/>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Francesco Goldaniga" userId="S::10806188@polimi.it::b48eccef-f296-4ba5-bdc6-ec08ef11480c" providerId="AD" clId="Web-{7F2F82C6-FE4C-E590-4C26-C15269C84DAA}"/>
    <pc:docChg chg="modSld">
      <pc:chgData name="Francesco Goldaniga" userId="S::10806188@polimi.it::b48eccef-f296-4ba5-bdc6-ec08ef11480c" providerId="AD" clId="Web-{7F2F82C6-FE4C-E590-4C26-C15269C84DAA}" dt="2025-12-17T08:11:06.771" v="4" actId="20577"/>
      <pc:docMkLst>
        <pc:docMk/>
      </pc:docMkLst>
      <pc:sldChg chg="modSp">
        <pc:chgData name="Francesco Goldaniga" userId="S::10806188@polimi.it::b48eccef-f296-4ba5-bdc6-ec08ef11480c" providerId="AD" clId="Web-{7F2F82C6-FE4C-E590-4C26-C15269C84DAA}" dt="2025-12-17T08:11:06.771" v="4" actId="20577"/>
        <pc:sldMkLst>
          <pc:docMk/>
          <pc:sldMk cId="684853757" sldId="269"/>
        </pc:sldMkLst>
        <pc:spChg chg="mod">
          <ac:chgData name="Francesco Goldaniga" userId="S::10806188@polimi.it::b48eccef-f296-4ba5-bdc6-ec08ef11480c" providerId="AD" clId="Web-{7F2F82C6-FE4C-E590-4C26-C15269C84DAA}" dt="2025-12-17T08:11:06.771" v="4" actId="20577"/>
          <ac:spMkLst>
            <pc:docMk/>
            <pc:sldMk cId="684853757" sldId="269"/>
            <ac:spMk id="7" creationId="{867138C5-F0C1-8D65-89AA-8339CCDC85C7}"/>
          </ac:spMkLst>
        </pc:spChg>
      </pc:sldChg>
    </pc:docChg>
  </pc:docChgLst>
  <pc:docChgLst>
    <pc:chgData name="Davide Gusmeroli" userId="4c6592ab-495f-4578-8613-f76cf540da6b" providerId="ADAL" clId="{B61C7037-6381-4BA9-BB2A-4868EAE3E3E6}"/>
    <pc:docChg chg="custSel delSld modSld sldOrd">
      <pc:chgData name="Davide Gusmeroli" userId="4c6592ab-495f-4578-8613-f76cf540da6b" providerId="ADAL" clId="{B61C7037-6381-4BA9-BB2A-4868EAE3E3E6}" dt="2025-12-17T11:16:28.926" v="398" actId="22"/>
      <pc:docMkLst>
        <pc:docMk/>
      </pc:docMkLst>
      <pc:sldChg chg="modSp mod">
        <pc:chgData name="Davide Gusmeroli" userId="4c6592ab-495f-4578-8613-f76cf540da6b" providerId="ADAL" clId="{B61C7037-6381-4BA9-BB2A-4868EAE3E3E6}" dt="2025-12-11T10:58:06.302" v="1" actId="790"/>
        <pc:sldMkLst>
          <pc:docMk/>
          <pc:sldMk cId="4140029099" sldId="256"/>
        </pc:sldMkLst>
        <pc:spChg chg="mod">
          <ac:chgData name="Davide Gusmeroli" userId="4c6592ab-495f-4578-8613-f76cf540da6b" providerId="ADAL" clId="{B61C7037-6381-4BA9-BB2A-4868EAE3E3E6}" dt="2025-12-11T10:58:06.302" v="1" actId="790"/>
          <ac:spMkLst>
            <pc:docMk/>
            <pc:sldMk cId="4140029099" sldId="256"/>
            <ac:spMk id="2" creationId="{F2933E27-5935-7628-6F1E-DC9226156E12}"/>
          </ac:spMkLst>
        </pc:spChg>
        <pc:spChg chg="mod">
          <ac:chgData name="Davide Gusmeroli" userId="4c6592ab-495f-4578-8613-f76cf540da6b" providerId="ADAL" clId="{B61C7037-6381-4BA9-BB2A-4868EAE3E3E6}" dt="2025-12-11T10:58:06.302" v="1" actId="790"/>
          <ac:spMkLst>
            <pc:docMk/>
            <pc:sldMk cId="4140029099" sldId="256"/>
            <ac:spMk id="4" creationId="{1A6EACEA-7DC5-00BD-7F37-85569B015A88}"/>
          </ac:spMkLst>
        </pc:spChg>
        <pc:spChg chg="mod">
          <ac:chgData name="Davide Gusmeroli" userId="4c6592ab-495f-4578-8613-f76cf540da6b" providerId="ADAL" clId="{B61C7037-6381-4BA9-BB2A-4868EAE3E3E6}" dt="2025-12-11T10:58:06.302" v="1" actId="790"/>
          <ac:spMkLst>
            <pc:docMk/>
            <pc:sldMk cId="4140029099" sldId="256"/>
            <ac:spMk id="5" creationId="{6091A3FE-803E-4464-E774-FA67D1E7E801}"/>
          </ac:spMkLst>
        </pc:spChg>
        <pc:spChg chg="mod">
          <ac:chgData name="Davide Gusmeroli" userId="4c6592ab-495f-4578-8613-f76cf540da6b" providerId="ADAL" clId="{B61C7037-6381-4BA9-BB2A-4868EAE3E3E6}" dt="2025-12-11T10:58:06.302" v="1" actId="790"/>
          <ac:spMkLst>
            <pc:docMk/>
            <pc:sldMk cId="4140029099" sldId="256"/>
            <ac:spMk id="6" creationId="{1F93FAD7-EB59-6326-01F3-AA324886C3E2}"/>
          </ac:spMkLst>
        </pc:spChg>
        <pc:spChg chg="mod">
          <ac:chgData name="Davide Gusmeroli" userId="4c6592ab-495f-4578-8613-f76cf540da6b" providerId="ADAL" clId="{B61C7037-6381-4BA9-BB2A-4868EAE3E3E6}" dt="2025-12-11T10:58:06.302" v="1" actId="790"/>
          <ac:spMkLst>
            <pc:docMk/>
            <pc:sldMk cId="4140029099" sldId="256"/>
            <ac:spMk id="8" creationId="{47827FF2-EDC8-98CE-17A2-E7F283130506}"/>
          </ac:spMkLst>
        </pc:spChg>
      </pc:sldChg>
      <pc:sldChg chg="modSp mod">
        <pc:chgData name="Davide Gusmeroli" userId="4c6592ab-495f-4578-8613-f76cf540da6b" providerId="ADAL" clId="{B61C7037-6381-4BA9-BB2A-4868EAE3E3E6}" dt="2025-12-11T10:58:06.302" v="1" actId="790"/>
        <pc:sldMkLst>
          <pc:docMk/>
          <pc:sldMk cId="3119953010" sldId="258"/>
        </pc:sldMkLst>
        <pc:spChg chg="mod">
          <ac:chgData name="Davide Gusmeroli" userId="4c6592ab-495f-4578-8613-f76cf540da6b" providerId="ADAL" clId="{B61C7037-6381-4BA9-BB2A-4868EAE3E3E6}" dt="2025-12-11T10:58:06.302" v="1" actId="790"/>
          <ac:spMkLst>
            <pc:docMk/>
            <pc:sldMk cId="3119953010" sldId="258"/>
            <ac:spMk id="4" creationId="{371B6F8E-75BD-2345-C805-4D86F510E940}"/>
          </ac:spMkLst>
        </pc:spChg>
        <pc:spChg chg="mod">
          <ac:chgData name="Davide Gusmeroli" userId="4c6592ab-495f-4578-8613-f76cf540da6b" providerId="ADAL" clId="{B61C7037-6381-4BA9-BB2A-4868EAE3E3E6}" dt="2025-12-11T10:58:06.302" v="1" actId="790"/>
          <ac:spMkLst>
            <pc:docMk/>
            <pc:sldMk cId="3119953010" sldId="258"/>
            <ac:spMk id="5" creationId="{C6795BF5-6AF4-140A-1A36-60920A696C52}"/>
          </ac:spMkLst>
        </pc:spChg>
        <pc:spChg chg="mod">
          <ac:chgData name="Davide Gusmeroli" userId="4c6592ab-495f-4578-8613-f76cf540da6b" providerId="ADAL" clId="{B61C7037-6381-4BA9-BB2A-4868EAE3E3E6}" dt="2025-12-11T10:58:06.302" v="1" actId="790"/>
          <ac:spMkLst>
            <pc:docMk/>
            <pc:sldMk cId="3119953010" sldId="258"/>
            <ac:spMk id="8" creationId="{BFDCDFA5-69F2-6EE0-BF6D-0942BC8ADF18}"/>
          </ac:spMkLst>
        </pc:spChg>
        <pc:spChg chg="mod">
          <ac:chgData name="Davide Gusmeroli" userId="4c6592ab-495f-4578-8613-f76cf540da6b" providerId="ADAL" clId="{B61C7037-6381-4BA9-BB2A-4868EAE3E3E6}" dt="2025-12-11T10:58:06.302" v="1" actId="790"/>
          <ac:spMkLst>
            <pc:docMk/>
            <pc:sldMk cId="3119953010" sldId="258"/>
            <ac:spMk id="9" creationId="{19487358-5D11-E89C-B236-6DABBBBFA21E}"/>
          </ac:spMkLst>
        </pc:spChg>
        <pc:spChg chg="mod">
          <ac:chgData name="Davide Gusmeroli" userId="4c6592ab-495f-4578-8613-f76cf540da6b" providerId="ADAL" clId="{B61C7037-6381-4BA9-BB2A-4868EAE3E3E6}" dt="2025-12-11T10:58:06.302" v="1" actId="790"/>
          <ac:spMkLst>
            <pc:docMk/>
            <pc:sldMk cId="3119953010" sldId="258"/>
            <ac:spMk id="10" creationId="{1410E834-2577-CD7E-596A-CEFFBD5A3974}"/>
          </ac:spMkLst>
        </pc:spChg>
        <pc:spChg chg="mod">
          <ac:chgData name="Davide Gusmeroli" userId="4c6592ab-495f-4578-8613-f76cf540da6b" providerId="ADAL" clId="{B61C7037-6381-4BA9-BB2A-4868EAE3E3E6}" dt="2025-12-11T10:58:06.302" v="1" actId="790"/>
          <ac:spMkLst>
            <pc:docMk/>
            <pc:sldMk cId="3119953010" sldId="258"/>
            <ac:spMk id="11" creationId="{22C679E8-CA45-1F6A-A1C8-2FDD132FA887}"/>
          </ac:spMkLst>
        </pc:spChg>
        <pc:spChg chg="mod">
          <ac:chgData name="Davide Gusmeroli" userId="4c6592ab-495f-4578-8613-f76cf540da6b" providerId="ADAL" clId="{B61C7037-6381-4BA9-BB2A-4868EAE3E3E6}" dt="2025-12-11T10:58:06.302" v="1" actId="790"/>
          <ac:spMkLst>
            <pc:docMk/>
            <pc:sldMk cId="3119953010" sldId="258"/>
            <ac:spMk id="24" creationId="{2EA6EAC5-0F4D-E05D-0FDE-A5DAC8D45639}"/>
          </ac:spMkLst>
        </pc:spChg>
        <pc:spChg chg="mod">
          <ac:chgData name="Davide Gusmeroli" userId="4c6592ab-495f-4578-8613-f76cf540da6b" providerId="ADAL" clId="{B61C7037-6381-4BA9-BB2A-4868EAE3E3E6}" dt="2025-12-11T10:58:06.302" v="1" actId="790"/>
          <ac:spMkLst>
            <pc:docMk/>
            <pc:sldMk cId="3119953010" sldId="258"/>
            <ac:spMk id="39" creationId="{8C673C44-BE32-1F9F-5762-5EB10C7E30A0}"/>
          </ac:spMkLst>
        </pc:spChg>
      </pc:sldChg>
      <pc:sldChg chg="modSp mod">
        <pc:chgData name="Davide Gusmeroli" userId="4c6592ab-495f-4578-8613-f76cf540da6b" providerId="ADAL" clId="{B61C7037-6381-4BA9-BB2A-4868EAE3E3E6}" dt="2025-12-11T10:58:06.302" v="1" actId="790"/>
        <pc:sldMkLst>
          <pc:docMk/>
          <pc:sldMk cId="2471354772" sldId="261"/>
        </pc:sldMkLst>
        <pc:spChg chg="mod">
          <ac:chgData name="Davide Gusmeroli" userId="4c6592ab-495f-4578-8613-f76cf540da6b" providerId="ADAL" clId="{B61C7037-6381-4BA9-BB2A-4868EAE3E3E6}" dt="2025-12-11T10:58:06.302" v="1" actId="790"/>
          <ac:spMkLst>
            <pc:docMk/>
            <pc:sldMk cId="2471354772" sldId="261"/>
            <ac:spMk id="4" creationId="{0D417579-FCC1-0B0E-EDD2-ECA4CF60CACE}"/>
          </ac:spMkLst>
        </pc:spChg>
        <pc:spChg chg="mod">
          <ac:chgData name="Davide Gusmeroli" userId="4c6592ab-495f-4578-8613-f76cf540da6b" providerId="ADAL" clId="{B61C7037-6381-4BA9-BB2A-4868EAE3E3E6}" dt="2025-12-11T10:58:06.302" v="1" actId="790"/>
          <ac:spMkLst>
            <pc:docMk/>
            <pc:sldMk cId="2471354772" sldId="261"/>
            <ac:spMk id="39" creationId="{BF7817FB-0A85-41B7-3A41-FCB5C55897E6}"/>
          </ac:spMkLst>
        </pc:spChg>
      </pc:sldChg>
      <pc:sldChg chg="modSp mod">
        <pc:chgData name="Davide Gusmeroli" userId="4c6592ab-495f-4578-8613-f76cf540da6b" providerId="ADAL" clId="{B61C7037-6381-4BA9-BB2A-4868EAE3E3E6}" dt="2025-12-17T10:11:58.246" v="262" actId="20577"/>
        <pc:sldMkLst>
          <pc:docMk/>
          <pc:sldMk cId="2446947773" sldId="262"/>
        </pc:sldMkLst>
        <pc:spChg chg="mod">
          <ac:chgData name="Davide Gusmeroli" userId="4c6592ab-495f-4578-8613-f76cf540da6b" providerId="ADAL" clId="{B61C7037-6381-4BA9-BB2A-4868EAE3E3E6}" dt="2025-12-11T10:58:06.302" v="1" actId="790"/>
          <ac:spMkLst>
            <pc:docMk/>
            <pc:sldMk cId="2446947773" sldId="262"/>
            <ac:spMk id="4" creationId="{7381EEE5-37C5-1087-6877-E84732B01F52}"/>
          </ac:spMkLst>
        </pc:spChg>
        <pc:spChg chg="mod">
          <ac:chgData name="Davide Gusmeroli" userId="4c6592ab-495f-4578-8613-f76cf540da6b" providerId="ADAL" clId="{B61C7037-6381-4BA9-BB2A-4868EAE3E3E6}" dt="2025-12-17T10:11:58.246" v="262" actId="20577"/>
          <ac:spMkLst>
            <pc:docMk/>
            <pc:sldMk cId="2446947773" sldId="262"/>
            <ac:spMk id="6" creationId="{2B1FCEA1-253F-D555-B991-F4657C0EEE4A}"/>
          </ac:spMkLst>
        </pc:spChg>
        <pc:spChg chg="mod">
          <ac:chgData name="Davide Gusmeroli" userId="4c6592ab-495f-4578-8613-f76cf540da6b" providerId="ADAL" clId="{B61C7037-6381-4BA9-BB2A-4868EAE3E3E6}" dt="2025-12-11T10:58:06.302" v="1" actId="790"/>
          <ac:spMkLst>
            <pc:docMk/>
            <pc:sldMk cId="2446947773" sldId="262"/>
            <ac:spMk id="39" creationId="{05307B0A-FC2D-AA64-C09C-A23128DABC0A}"/>
          </ac:spMkLst>
        </pc:spChg>
      </pc:sldChg>
      <pc:sldChg chg="modSp mod">
        <pc:chgData name="Davide Gusmeroli" userId="4c6592ab-495f-4578-8613-f76cf540da6b" providerId="ADAL" clId="{B61C7037-6381-4BA9-BB2A-4868EAE3E3E6}" dt="2025-12-11T10:58:06.302" v="1" actId="790"/>
        <pc:sldMkLst>
          <pc:docMk/>
          <pc:sldMk cId="2572432652" sldId="263"/>
        </pc:sldMkLst>
        <pc:spChg chg="mod">
          <ac:chgData name="Davide Gusmeroli" userId="4c6592ab-495f-4578-8613-f76cf540da6b" providerId="ADAL" clId="{B61C7037-6381-4BA9-BB2A-4868EAE3E3E6}" dt="2025-12-11T10:58:06.302" v="1" actId="790"/>
          <ac:spMkLst>
            <pc:docMk/>
            <pc:sldMk cId="2572432652" sldId="263"/>
            <ac:spMk id="4" creationId="{0D0106BA-0DCA-83F7-F026-A19778A41E63}"/>
          </ac:spMkLst>
        </pc:spChg>
        <pc:spChg chg="mod">
          <ac:chgData name="Davide Gusmeroli" userId="4c6592ab-495f-4578-8613-f76cf540da6b" providerId="ADAL" clId="{B61C7037-6381-4BA9-BB2A-4868EAE3E3E6}" dt="2025-12-11T10:58:06.302" v="1" actId="790"/>
          <ac:spMkLst>
            <pc:docMk/>
            <pc:sldMk cId="2572432652" sldId="263"/>
            <ac:spMk id="39" creationId="{44758C1F-1049-432D-DD75-57558129A6FA}"/>
          </ac:spMkLst>
        </pc:spChg>
      </pc:sldChg>
      <pc:sldChg chg="modSp mod">
        <pc:chgData name="Davide Gusmeroli" userId="4c6592ab-495f-4578-8613-f76cf540da6b" providerId="ADAL" clId="{B61C7037-6381-4BA9-BB2A-4868EAE3E3E6}" dt="2025-12-11T10:58:06.302" v="1" actId="790"/>
        <pc:sldMkLst>
          <pc:docMk/>
          <pc:sldMk cId="1689488142" sldId="264"/>
        </pc:sldMkLst>
        <pc:spChg chg="mod">
          <ac:chgData name="Davide Gusmeroli" userId="4c6592ab-495f-4578-8613-f76cf540da6b" providerId="ADAL" clId="{B61C7037-6381-4BA9-BB2A-4868EAE3E3E6}" dt="2025-12-11T10:58:06.302" v="1" actId="790"/>
          <ac:spMkLst>
            <pc:docMk/>
            <pc:sldMk cId="1689488142" sldId="264"/>
            <ac:spMk id="4" creationId="{4860DC10-134A-206E-20F6-41A7887759AF}"/>
          </ac:spMkLst>
        </pc:spChg>
        <pc:spChg chg="mod">
          <ac:chgData name="Davide Gusmeroli" userId="4c6592ab-495f-4578-8613-f76cf540da6b" providerId="ADAL" clId="{B61C7037-6381-4BA9-BB2A-4868EAE3E3E6}" dt="2025-12-11T10:58:06.302" v="1" actId="790"/>
          <ac:spMkLst>
            <pc:docMk/>
            <pc:sldMk cId="1689488142" sldId="264"/>
            <ac:spMk id="39" creationId="{1F9AE0D8-7DFA-3C3F-089B-0BA13D4582C5}"/>
          </ac:spMkLst>
        </pc:spChg>
      </pc:sldChg>
      <pc:sldChg chg="modSp mod">
        <pc:chgData name="Davide Gusmeroli" userId="4c6592ab-495f-4578-8613-f76cf540da6b" providerId="ADAL" clId="{B61C7037-6381-4BA9-BB2A-4868EAE3E3E6}" dt="2025-12-11T10:58:06.302" v="1" actId="790"/>
        <pc:sldMkLst>
          <pc:docMk/>
          <pc:sldMk cId="4114736886" sldId="265"/>
        </pc:sldMkLst>
        <pc:spChg chg="mod">
          <ac:chgData name="Davide Gusmeroli" userId="4c6592ab-495f-4578-8613-f76cf540da6b" providerId="ADAL" clId="{B61C7037-6381-4BA9-BB2A-4868EAE3E3E6}" dt="2025-12-11T10:58:06.302" v="1" actId="790"/>
          <ac:spMkLst>
            <pc:docMk/>
            <pc:sldMk cId="4114736886" sldId="265"/>
            <ac:spMk id="2" creationId="{5FA9CC34-69BD-BC78-1106-93173A9F05AF}"/>
          </ac:spMkLst>
        </pc:spChg>
        <pc:spChg chg="mod">
          <ac:chgData name="Davide Gusmeroli" userId="4c6592ab-495f-4578-8613-f76cf540da6b" providerId="ADAL" clId="{B61C7037-6381-4BA9-BB2A-4868EAE3E3E6}" dt="2025-12-11T10:58:06.302" v="1" actId="790"/>
          <ac:spMkLst>
            <pc:docMk/>
            <pc:sldMk cId="4114736886" sldId="265"/>
            <ac:spMk id="3" creationId="{342DF74F-4A6F-6789-DB4A-9A63FD701026}"/>
          </ac:spMkLst>
        </pc:spChg>
        <pc:spChg chg="mod">
          <ac:chgData name="Davide Gusmeroli" userId="4c6592ab-495f-4578-8613-f76cf540da6b" providerId="ADAL" clId="{B61C7037-6381-4BA9-BB2A-4868EAE3E3E6}" dt="2025-12-11T10:58:06.302" v="1" actId="790"/>
          <ac:spMkLst>
            <pc:docMk/>
            <pc:sldMk cId="4114736886" sldId="265"/>
            <ac:spMk id="11" creationId="{E912804B-53C1-8C4E-B9B5-5ED9CBF3E360}"/>
          </ac:spMkLst>
        </pc:spChg>
        <pc:spChg chg="mod">
          <ac:chgData name="Davide Gusmeroli" userId="4c6592ab-495f-4578-8613-f76cf540da6b" providerId="ADAL" clId="{B61C7037-6381-4BA9-BB2A-4868EAE3E3E6}" dt="2025-12-11T10:58:06.302" v="1" actId="790"/>
          <ac:spMkLst>
            <pc:docMk/>
            <pc:sldMk cId="4114736886" sldId="265"/>
            <ac:spMk id="13" creationId="{B262C0A7-1BEE-3692-E680-B2D8891FEB4D}"/>
          </ac:spMkLst>
        </pc:spChg>
        <pc:spChg chg="mod">
          <ac:chgData name="Davide Gusmeroli" userId="4c6592ab-495f-4578-8613-f76cf540da6b" providerId="ADAL" clId="{B61C7037-6381-4BA9-BB2A-4868EAE3E3E6}" dt="2025-12-11T10:58:06.302" v="1" actId="790"/>
          <ac:spMkLst>
            <pc:docMk/>
            <pc:sldMk cId="4114736886" sldId="265"/>
            <ac:spMk id="15" creationId="{D6D4E4A3-31A5-A521-2248-AED78A30DF41}"/>
          </ac:spMkLst>
        </pc:spChg>
        <pc:spChg chg="mod">
          <ac:chgData name="Davide Gusmeroli" userId="4c6592ab-495f-4578-8613-f76cf540da6b" providerId="ADAL" clId="{B61C7037-6381-4BA9-BB2A-4868EAE3E3E6}" dt="2025-12-11T10:58:06.302" v="1" actId="790"/>
          <ac:spMkLst>
            <pc:docMk/>
            <pc:sldMk cId="4114736886" sldId="265"/>
            <ac:spMk id="19" creationId="{54B67BEA-638E-5E25-493E-AD2995CD8CD1}"/>
          </ac:spMkLst>
        </pc:spChg>
        <pc:spChg chg="mod">
          <ac:chgData name="Davide Gusmeroli" userId="4c6592ab-495f-4578-8613-f76cf540da6b" providerId="ADAL" clId="{B61C7037-6381-4BA9-BB2A-4868EAE3E3E6}" dt="2025-12-11T10:58:06.302" v="1" actId="790"/>
          <ac:spMkLst>
            <pc:docMk/>
            <pc:sldMk cId="4114736886" sldId="265"/>
            <ac:spMk id="23" creationId="{1BB25D0D-C985-290A-A6B9-CA8771C1EAE9}"/>
          </ac:spMkLst>
        </pc:spChg>
        <pc:spChg chg="mod">
          <ac:chgData name="Davide Gusmeroli" userId="4c6592ab-495f-4578-8613-f76cf540da6b" providerId="ADAL" clId="{B61C7037-6381-4BA9-BB2A-4868EAE3E3E6}" dt="2025-12-11T10:58:06.302" v="1" actId="790"/>
          <ac:spMkLst>
            <pc:docMk/>
            <pc:sldMk cId="4114736886" sldId="265"/>
            <ac:spMk id="24" creationId="{41703C8D-E723-824D-5263-8F0D362D7BA1}"/>
          </ac:spMkLst>
        </pc:spChg>
        <pc:spChg chg="mod">
          <ac:chgData name="Davide Gusmeroli" userId="4c6592ab-495f-4578-8613-f76cf540da6b" providerId="ADAL" clId="{B61C7037-6381-4BA9-BB2A-4868EAE3E3E6}" dt="2025-12-11T10:58:06.302" v="1" actId="790"/>
          <ac:spMkLst>
            <pc:docMk/>
            <pc:sldMk cId="4114736886" sldId="265"/>
            <ac:spMk id="39" creationId="{0CE06FBE-0BEC-163A-3B8E-7807966CDDEB}"/>
          </ac:spMkLst>
        </pc:spChg>
      </pc:sldChg>
      <pc:sldChg chg="modSp mod">
        <pc:chgData name="Davide Gusmeroli" userId="4c6592ab-495f-4578-8613-f76cf540da6b" providerId="ADAL" clId="{B61C7037-6381-4BA9-BB2A-4868EAE3E3E6}" dt="2025-12-11T10:58:06.302" v="1" actId="790"/>
        <pc:sldMkLst>
          <pc:docMk/>
          <pc:sldMk cId="110947244" sldId="266"/>
        </pc:sldMkLst>
        <pc:spChg chg="mod">
          <ac:chgData name="Davide Gusmeroli" userId="4c6592ab-495f-4578-8613-f76cf540da6b" providerId="ADAL" clId="{B61C7037-6381-4BA9-BB2A-4868EAE3E3E6}" dt="2025-12-11T10:58:06.302" v="1" actId="790"/>
          <ac:spMkLst>
            <pc:docMk/>
            <pc:sldMk cId="110947244" sldId="266"/>
            <ac:spMk id="2" creationId="{B9BE293A-CF4D-5864-9FA3-D503ACBCBB49}"/>
          </ac:spMkLst>
        </pc:spChg>
        <pc:spChg chg="mod">
          <ac:chgData name="Davide Gusmeroli" userId="4c6592ab-495f-4578-8613-f76cf540da6b" providerId="ADAL" clId="{B61C7037-6381-4BA9-BB2A-4868EAE3E3E6}" dt="2025-12-11T10:58:06.302" v="1" actId="790"/>
          <ac:spMkLst>
            <pc:docMk/>
            <pc:sldMk cId="110947244" sldId="266"/>
            <ac:spMk id="5" creationId="{41FE4C62-DDF6-EDCD-EB4C-2E59404DB7FC}"/>
          </ac:spMkLst>
        </pc:spChg>
        <pc:spChg chg="mod">
          <ac:chgData name="Davide Gusmeroli" userId="4c6592ab-495f-4578-8613-f76cf540da6b" providerId="ADAL" clId="{B61C7037-6381-4BA9-BB2A-4868EAE3E3E6}" dt="2025-12-11T10:58:06.302" v="1" actId="790"/>
          <ac:spMkLst>
            <pc:docMk/>
            <pc:sldMk cId="110947244" sldId="266"/>
            <ac:spMk id="10" creationId="{CDFB5A3A-C6FB-576D-2B08-0F2561220139}"/>
          </ac:spMkLst>
        </pc:spChg>
        <pc:spChg chg="mod">
          <ac:chgData name="Davide Gusmeroli" userId="4c6592ab-495f-4578-8613-f76cf540da6b" providerId="ADAL" clId="{B61C7037-6381-4BA9-BB2A-4868EAE3E3E6}" dt="2025-12-11T10:58:06.302" v="1" actId="790"/>
          <ac:spMkLst>
            <pc:docMk/>
            <pc:sldMk cId="110947244" sldId="266"/>
            <ac:spMk id="15" creationId="{D4D7B98E-9CFA-B566-0050-AF4333A6F68B}"/>
          </ac:spMkLst>
        </pc:spChg>
      </pc:sldChg>
      <pc:sldChg chg="addSp delSp modSp mod">
        <pc:chgData name="Davide Gusmeroli" userId="4c6592ab-495f-4578-8613-f76cf540da6b" providerId="ADAL" clId="{B61C7037-6381-4BA9-BB2A-4868EAE3E3E6}" dt="2025-12-11T11:04:33.809" v="258" actId="1037"/>
        <pc:sldMkLst>
          <pc:docMk/>
          <pc:sldMk cId="808600520" sldId="267"/>
        </pc:sldMkLst>
        <pc:spChg chg="mod">
          <ac:chgData name="Davide Gusmeroli" userId="4c6592ab-495f-4578-8613-f76cf540da6b" providerId="ADAL" clId="{B61C7037-6381-4BA9-BB2A-4868EAE3E3E6}" dt="2025-12-11T10:58:06.302" v="1" actId="790"/>
          <ac:spMkLst>
            <pc:docMk/>
            <pc:sldMk cId="808600520" sldId="267"/>
            <ac:spMk id="14" creationId="{7EBD8BA2-71A0-EB8B-3703-38072AF3C120}"/>
          </ac:spMkLst>
        </pc:spChg>
        <pc:spChg chg="mod">
          <ac:chgData name="Davide Gusmeroli" userId="4c6592ab-495f-4578-8613-f76cf540da6b" providerId="ADAL" clId="{B61C7037-6381-4BA9-BB2A-4868EAE3E3E6}" dt="2025-12-11T10:58:06.302" v="1" actId="790"/>
          <ac:spMkLst>
            <pc:docMk/>
            <pc:sldMk cId="808600520" sldId="267"/>
            <ac:spMk id="15" creationId="{6A7E40DD-54A9-0A7E-D64A-0973DCF8006A}"/>
          </ac:spMkLst>
        </pc:spChg>
        <pc:spChg chg="mod">
          <ac:chgData name="Davide Gusmeroli" userId="4c6592ab-495f-4578-8613-f76cf540da6b" providerId="ADAL" clId="{B61C7037-6381-4BA9-BB2A-4868EAE3E3E6}" dt="2025-12-11T10:58:06.302" v="1" actId="790"/>
          <ac:spMkLst>
            <pc:docMk/>
            <pc:sldMk cId="808600520" sldId="267"/>
            <ac:spMk id="16" creationId="{55D17D31-9205-96BF-9C52-EE112EEFC733}"/>
          </ac:spMkLst>
        </pc:spChg>
        <pc:spChg chg="mod">
          <ac:chgData name="Davide Gusmeroli" userId="4c6592ab-495f-4578-8613-f76cf540da6b" providerId="ADAL" clId="{B61C7037-6381-4BA9-BB2A-4868EAE3E3E6}" dt="2025-12-11T10:58:06.302" v="1" actId="790"/>
          <ac:spMkLst>
            <pc:docMk/>
            <pc:sldMk cId="808600520" sldId="267"/>
            <ac:spMk id="18" creationId="{E03343AB-727F-FF68-D98C-FCEC00DA077E}"/>
          </ac:spMkLst>
        </pc:spChg>
        <pc:spChg chg="mod">
          <ac:chgData name="Davide Gusmeroli" userId="4c6592ab-495f-4578-8613-f76cf540da6b" providerId="ADAL" clId="{B61C7037-6381-4BA9-BB2A-4868EAE3E3E6}" dt="2025-12-11T10:58:06.302" v="1" actId="790"/>
          <ac:spMkLst>
            <pc:docMk/>
            <pc:sldMk cId="808600520" sldId="267"/>
            <ac:spMk id="36" creationId="{631F5A0C-BC39-D642-EBAC-63905D3C2879}"/>
          </ac:spMkLst>
        </pc:spChg>
        <pc:spChg chg="mod">
          <ac:chgData name="Davide Gusmeroli" userId="4c6592ab-495f-4578-8613-f76cf540da6b" providerId="ADAL" clId="{B61C7037-6381-4BA9-BB2A-4868EAE3E3E6}" dt="2025-12-11T10:58:06.302" v="1" actId="790"/>
          <ac:spMkLst>
            <pc:docMk/>
            <pc:sldMk cId="808600520" sldId="267"/>
            <ac:spMk id="41" creationId="{6DBDF659-72AB-7845-0133-10A77D1D20AF}"/>
          </ac:spMkLst>
        </pc:spChg>
        <pc:spChg chg="mod">
          <ac:chgData name="Davide Gusmeroli" userId="4c6592ab-495f-4578-8613-f76cf540da6b" providerId="ADAL" clId="{B61C7037-6381-4BA9-BB2A-4868EAE3E3E6}" dt="2025-12-11T10:58:06.302" v="1" actId="790"/>
          <ac:spMkLst>
            <pc:docMk/>
            <pc:sldMk cId="808600520" sldId="267"/>
            <ac:spMk id="60" creationId="{1255E876-F401-D56E-BF14-75D07C7CA676}"/>
          </ac:spMkLst>
        </pc:spChg>
        <pc:picChg chg="add mod">
          <ac:chgData name="Davide Gusmeroli" userId="4c6592ab-495f-4578-8613-f76cf540da6b" providerId="ADAL" clId="{B61C7037-6381-4BA9-BB2A-4868EAE3E3E6}" dt="2025-12-11T11:04:33.809" v="258" actId="1037"/>
          <ac:picMkLst>
            <pc:docMk/>
            <pc:sldMk cId="808600520" sldId="267"/>
            <ac:picMk id="9" creationId="{3C65C154-1003-3873-77B2-1A67C9373E85}"/>
          </ac:picMkLst>
        </pc:picChg>
      </pc:sldChg>
      <pc:sldChg chg="modSp mod">
        <pc:chgData name="Davide Gusmeroli" userId="4c6592ab-495f-4578-8613-f76cf540da6b" providerId="ADAL" clId="{B61C7037-6381-4BA9-BB2A-4868EAE3E3E6}" dt="2025-12-11T10:58:06.302" v="1" actId="790"/>
        <pc:sldMkLst>
          <pc:docMk/>
          <pc:sldMk cId="935622070" sldId="268"/>
        </pc:sldMkLst>
        <pc:spChg chg="mod">
          <ac:chgData name="Davide Gusmeroli" userId="4c6592ab-495f-4578-8613-f76cf540da6b" providerId="ADAL" clId="{B61C7037-6381-4BA9-BB2A-4868EAE3E3E6}" dt="2025-12-11T10:58:06.302" v="1" actId="790"/>
          <ac:spMkLst>
            <pc:docMk/>
            <pc:sldMk cId="935622070" sldId="268"/>
            <ac:spMk id="4" creationId="{0969E203-656B-44DF-35C1-36926D160CAE}"/>
          </ac:spMkLst>
        </pc:spChg>
        <pc:spChg chg="mod">
          <ac:chgData name="Davide Gusmeroli" userId="4c6592ab-495f-4578-8613-f76cf540da6b" providerId="ADAL" clId="{B61C7037-6381-4BA9-BB2A-4868EAE3E3E6}" dt="2025-12-11T10:58:06.302" v="1" actId="790"/>
          <ac:spMkLst>
            <pc:docMk/>
            <pc:sldMk cId="935622070" sldId="268"/>
            <ac:spMk id="39" creationId="{4D35C7E8-553D-EE4F-9395-1655143DED56}"/>
          </ac:spMkLst>
        </pc:spChg>
      </pc:sldChg>
      <pc:sldChg chg="modSp mod">
        <pc:chgData name="Davide Gusmeroli" userId="4c6592ab-495f-4578-8613-f76cf540da6b" providerId="ADAL" clId="{B61C7037-6381-4BA9-BB2A-4868EAE3E3E6}" dt="2025-12-11T10:58:06.302" v="1" actId="790"/>
        <pc:sldMkLst>
          <pc:docMk/>
          <pc:sldMk cId="684853757" sldId="269"/>
        </pc:sldMkLst>
        <pc:spChg chg="mod">
          <ac:chgData name="Davide Gusmeroli" userId="4c6592ab-495f-4578-8613-f76cf540da6b" providerId="ADAL" clId="{B61C7037-6381-4BA9-BB2A-4868EAE3E3E6}" dt="2025-12-11T10:58:06.302" v="1" actId="790"/>
          <ac:spMkLst>
            <pc:docMk/>
            <pc:sldMk cId="684853757" sldId="269"/>
            <ac:spMk id="4" creationId="{7C80050D-2375-4B6D-C130-32E7C107BB07}"/>
          </ac:spMkLst>
        </pc:spChg>
        <pc:spChg chg="mod">
          <ac:chgData name="Davide Gusmeroli" userId="4c6592ab-495f-4578-8613-f76cf540da6b" providerId="ADAL" clId="{B61C7037-6381-4BA9-BB2A-4868EAE3E3E6}" dt="2025-12-11T10:58:06.302" v="1" actId="790"/>
          <ac:spMkLst>
            <pc:docMk/>
            <pc:sldMk cId="684853757" sldId="269"/>
            <ac:spMk id="39" creationId="{E76F89DA-3A1D-BA85-3222-A59892EAD725}"/>
          </ac:spMkLst>
        </pc:spChg>
      </pc:sldChg>
      <pc:sldChg chg="modSp mod">
        <pc:chgData name="Davide Gusmeroli" userId="4c6592ab-495f-4578-8613-f76cf540da6b" providerId="ADAL" clId="{B61C7037-6381-4BA9-BB2A-4868EAE3E3E6}" dt="2025-12-11T10:58:06.302" v="1" actId="790"/>
        <pc:sldMkLst>
          <pc:docMk/>
          <pc:sldMk cId="1420681409" sldId="270"/>
        </pc:sldMkLst>
        <pc:spChg chg="mod">
          <ac:chgData name="Davide Gusmeroli" userId="4c6592ab-495f-4578-8613-f76cf540da6b" providerId="ADAL" clId="{B61C7037-6381-4BA9-BB2A-4868EAE3E3E6}" dt="2025-12-11T10:58:06.302" v="1" actId="790"/>
          <ac:spMkLst>
            <pc:docMk/>
            <pc:sldMk cId="1420681409" sldId="270"/>
            <ac:spMk id="4" creationId="{69749278-C915-68CD-A87E-36311AAD25C7}"/>
          </ac:spMkLst>
        </pc:spChg>
        <pc:spChg chg="mod">
          <ac:chgData name="Davide Gusmeroli" userId="4c6592ab-495f-4578-8613-f76cf540da6b" providerId="ADAL" clId="{B61C7037-6381-4BA9-BB2A-4868EAE3E3E6}" dt="2025-12-11T10:58:06.302" v="1" actId="790"/>
          <ac:spMkLst>
            <pc:docMk/>
            <pc:sldMk cId="1420681409" sldId="270"/>
            <ac:spMk id="39" creationId="{8F0C2AAB-C987-0B31-917F-DBDD62116B13}"/>
          </ac:spMkLst>
        </pc:spChg>
      </pc:sldChg>
      <pc:sldChg chg="modSp mod">
        <pc:chgData name="Davide Gusmeroli" userId="4c6592ab-495f-4578-8613-f76cf540da6b" providerId="ADAL" clId="{B61C7037-6381-4BA9-BB2A-4868EAE3E3E6}" dt="2025-12-11T10:58:06.302" v="1" actId="790"/>
        <pc:sldMkLst>
          <pc:docMk/>
          <pc:sldMk cId="3659132023" sldId="271"/>
        </pc:sldMkLst>
        <pc:spChg chg="mod">
          <ac:chgData name="Davide Gusmeroli" userId="4c6592ab-495f-4578-8613-f76cf540da6b" providerId="ADAL" clId="{B61C7037-6381-4BA9-BB2A-4868EAE3E3E6}" dt="2025-12-11T10:58:06.302" v="1" actId="790"/>
          <ac:spMkLst>
            <pc:docMk/>
            <pc:sldMk cId="3659132023" sldId="271"/>
            <ac:spMk id="4" creationId="{CE06D8D8-A881-E0CA-CFAF-7B042ABC68FC}"/>
          </ac:spMkLst>
        </pc:spChg>
        <pc:spChg chg="mod">
          <ac:chgData name="Davide Gusmeroli" userId="4c6592ab-495f-4578-8613-f76cf540da6b" providerId="ADAL" clId="{B61C7037-6381-4BA9-BB2A-4868EAE3E3E6}" dt="2025-12-11T10:58:06.302" v="1" actId="790"/>
          <ac:spMkLst>
            <pc:docMk/>
            <pc:sldMk cId="3659132023" sldId="271"/>
            <ac:spMk id="39" creationId="{F51D135B-A834-AAC3-5B43-02D4A5344AB7}"/>
          </ac:spMkLst>
        </pc:spChg>
      </pc:sldChg>
      <pc:sldChg chg="modSp mod">
        <pc:chgData name="Davide Gusmeroli" userId="4c6592ab-495f-4578-8613-f76cf540da6b" providerId="ADAL" clId="{B61C7037-6381-4BA9-BB2A-4868EAE3E3E6}" dt="2025-12-11T11:00:01.973" v="8" actId="313"/>
        <pc:sldMkLst>
          <pc:docMk/>
          <pc:sldMk cId="1269254075" sldId="272"/>
        </pc:sldMkLst>
        <pc:spChg chg="mod">
          <ac:chgData name="Davide Gusmeroli" userId="4c6592ab-495f-4578-8613-f76cf540da6b" providerId="ADAL" clId="{B61C7037-6381-4BA9-BB2A-4868EAE3E3E6}" dt="2025-12-11T10:58:06.302" v="1" actId="790"/>
          <ac:spMkLst>
            <pc:docMk/>
            <pc:sldMk cId="1269254075" sldId="272"/>
            <ac:spMk id="2" creationId="{8C9F0CE2-AD78-7862-8762-5FFB9843D628}"/>
          </ac:spMkLst>
        </pc:spChg>
        <pc:spChg chg="mod">
          <ac:chgData name="Davide Gusmeroli" userId="4c6592ab-495f-4578-8613-f76cf540da6b" providerId="ADAL" clId="{B61C7037-6381-4BA9-BB2A-4868EAE3E3E6}" dt="2025-12-11T10:58:06.302" v="1" actId="790"/>
          <ac:spMkLst>
            <pc:docMk/>
            <pc:sldMk cId="1269254075" sldId="272"/>
            <ac:spMk id="3" creationId="{0728F6A0-CA47-7480-3AAC-6C67D62194D5}"/>
          </ac:spMkLst>
        </pc:spChg>
        <pc:spChg chg="mod">
          <ac:chgData name="Davide Gusmeroli" userId="4c6592ab-495f-4578-8613-f76cf540da6b" providerId="ADAL" clId="{B61C7037-6381-4BA9-BB2A-4868EAE3E3E6}" dt="2025-12-11T10:58:06.302" v="1" actId="790"/>
          <ac:spMkLst>
            <pc:docMk/>
            <pc:sldMk cId="1269254075" sldId="272"/>
            <ac:spMk id="5" creationId="{6FA653EB-D3E6-29A5-3B51-9299D6DD4597}"/>
          </ac:spMkLst>
        </pc:spChg>
      </pc:sldChg>
      <pc:sldChg chg="modSp mod">
        <pc:chgData name="Davide Gusmeroli" userId="4c6592ab-495f-4578-8613-f76cf540da6b" providerId="ADAL" clId="{B61C7037-6381-4BA9-BB2A-4868EAE3E3E6}" dt="2025-12-11T10:59:25.888" v="4" actId="20577"/>
        <pc:sldMkLst>
          <pc:docMk/>
          <pc:sldMk cId="4259385440" sldId="273"/>
        </pc:sldMkLst>
        <pc:spChg chg="mod">
          <ac:chgData name="Davide Gusmeroli" userId="4c6592ab-495f-4578-8613-f76cf540da6b" providerId="ADAL" clId="{B61C7037-6381-4BA9-BB2A-4868EAE3E3E6}" dt="2025-12-11T10:58:06.302" v="1" actId="790"/>
          <ac:spMkLst>
            <pc:docMk/>
            <pc:sldMk cId="4259385440" sldId="273"/>
            <ac:spMk id="2" creationId="{DC190747-384E-B5FF-5A1A-781A38FFDE9C}"/>
          </ac:spMkLst>
        </pc:spChg>
        <pc:spChg chg="mod">
          <ac:chgData name="Davide Gusmeroli" userId="4c6592ab-495f-4578-8613-f76cf540da6b" providerId="ADAL" clId="{B61C7037-6381-4BA9-BB2A-4868EAE3E3E6}" dt="2025-12-11T10:58:06.302" v="1" actId="790"/>
          <ac:spMkLst>
            <pc:docMk/>
            <pc:sldMk cId="4259385440" sldId="273"/>
            <ac:spMk id="5" creationId="{46EFC51F-B3C4-7CD3-A509-B119E3135401}"/>
          </ac:spMkLst>
        </pc:spChg>
        <pc:spChg chg="mod">
          <ac:chgData name="Davide Gusmeroli" userId="4c6592ab-495f-4578-8613-f76cf540da6b" providerId="ADAL" clId="{B61C7037-6381-4BA9-BB2A-4868EAE3E3E6}" dt="2025-12-11T10:59:25.888" v="4" actId="20577"/>
          <ac:spMkLst>
            <pc:docMk/>
            <pc:sldMk cId="4259385440" sldId="273"/>
            <ac:spMk id="13" creationId="{06BBB280-3F0F-851B-E538-9EEE1F27A069}"/>
          </ac:spMkLst>
        </pc:spChg>
      </pc:sldChg>
      <pc:sldChg chg="modSp mod">
        <pc:chgData name="Davide Gusmeroli" userId="4c6592ab-495f-4578-8613-f76cf540da6b" providerId="ADAL" clId="{B61C7037-6381-4BA9-BB2A-4868EAE3E3E6}" dt="2025-12-11T10:58:51.471" v="2" actId="313"/>
        <pc:sldMkLst>
          <pc:docMk/>
          <pc:sldMk cId="3184826080" sldId="274"/>
        </pc:sldMkLst>
        <pc:spChg chg="mod">
          <ac:chgData name="Davide Gusmeroli" userId="4c6592ab-495f-4578-8613-f76cf540da6b" providerId="ADAL" clId="{B61C7037-6381-4BA9-BB2A-4868EAE3E3E6}" dt="2025-12-11T10:58:06.302" v="1" actId="790"/>
          <ac:spMkLst>
            <pc:docMk/>
            <pc:sldMk cId="3184826080" sldId="274"/>
            <ac:spMk id="2" creationId="{A944AD58-AB62-46F6-79E2-93B59653CBB6}"/>
          </ac:spMkLst>
        </pc:spChg>
        <pc:spChg chg="mod">
          <ac:chgData name="Davide Gusmeroli" userId="4c6592ab-495f-4578-8613-f76cf540da6b" providerId="ADAL" clId="{B61C7037-6381-4BA9-BB2A-4868EAE3E3E6}" dt="2025-12-11T10:58:06.302" v="1" actId="790"/>
          <ac:spMkLst>
            <pc:docMk/>
            <pc:sldMk cId="3184826080" sldId="274"/>
            <ac:spMk id="5" creationId="{468BE0C4-1FBA-1B62-7C20-E50F6E28B6C6}"/>
          </ac:spMkLst>
        </pc:spChg>
        <pc:spChg chg="mod">
          <ac:chgData name="Davide Gusmeroli" userId="4c6592ab-495f-4578-8613-f76cf540da6b" providerId="ADAL" clId="{B61C7037-6381-4BA9-BB2A-4868EAE3E3E6}" dt="2025-12-11T10:58:51.471" v="2" actId="313"/>
          <ac:spMkLst>
            <pc:docMk/>
            <pc:sldMk cId="3184826080" sldId="274"/>
            <ac:spMk id="10" creationId="{D085B80A-E5AF-8B8F-55E0-6D93409E7003}"/>
          </ac:spMkLst>
        </pc:spChg>
        <pc:spChg chg="mod">
          <ac:chgData name="Davide Gusmeroli" userId="4c6592ab-495f-4578-8613-f76cf540da6b" providerId="ADAL" clId="{B61C7037-6381-4BA9-BB2A-4868EAE3E3E6}" dt="2025-12-11T10:58:06.302" v="1" actId="790"/>
          <ac:spMkLst>
            <pc:docMk/>
            <pc:sldMk cId="3184826080" sldId="274"/>
            <ac:spMk id="15" creationId="{99652306-FD7C-C4E1-F2D3-7662CFBF7C40}"/>
          </ac:spMkLst>
        </pc:spChg>
        <pc:spChg chg="mod">
          <ac:chgData name="Davide Gusmeroli" userId="4c6592ab-495f-4578-8613-f76cf540da6b" providerId="ADAL" clId="{B61C7037-6381-4BA9-BB2A-4868EAE3E3E6}" dt="2025-12-11T10:58:06.302" v="1" actId="790"/>
          <ac:spMkLst>
            <pc:docMk/>
            <pc:sldMk cId="3184826080" sldId="274"/>
            <ac:spMk id="16" creationId="{B21844C1-F687-C678-C3F8-CB7F61FD750E}"/>
          </ac:spMkLst>
        </pc:spChg>
      </pc:sldChg>
      <pc:sldChg chg="modSp mod">
        <pc:chgData name="Davide Gusmeroli" userId="4c6592ab-495f-4578-8613-f76cf540da6b" providerId="ADAL" clId="{B61C7037-6381-4BA9-BB2A-4868EAE3E3E6}" dt="2025-12-11T10:58:06.302" v="1" actId="790"/>
        <pc:sldMkLst>
          <pc:docMk/>
          <pc:sldMk cId="2835672885" sldId="275"/>
        </pc:sldMkLst>
        <pc:spChg chg="mod">
          <ac:chgData name="Davide Gusmeroli" userId="4c6592ab-495f-4578-8613-f76cf540da6b" providerId="ADAL" clId="{B61C7037-6381-4BA9-BB2A-4868EAE3E3E6}" dt="2025-12-11T10:58:06.302" v="1" actId="790"/>
          <ac:spMkLst>
            <pc:docMk/>
            <pc:sldMk cId="2835672885" sldId="275"/>
            <ac:spMk id="2" creationId="{A16C494A-FE8D-4A26-0CE0-9CC592A284E4}"/>
          </ac:spMkLst>
        </pc:spChg>
        <pc:spChg chg="mod">
          <ac:chgData name="Davide Gusmeroli" userId="4c6592ab-495f-4578-8613-f76cf540da6b" providerId="ADAL" clId="{B61C7037-6381-4BA9-BB2A-4868EAE3E3E6}" dt="2025-12-11T10:58:06.302" v="1" actId="790"/>
          <ac:spMkLst>
            <pc:docMk/>
            <pc:sldMk cId="2835672885" sldId="275"/>
            <ac:spMk id="5" creationId="{241B676F-CBA7-B2D8-469B-9FF72B81F273}"/>
          </ac:spMkLst>
        </pc:spChg>
        <pc:spChg chg="mod">
          <ac:chgData name="Davide Gusmeroli" userId="4c6592ab-495f-4578-8613-f76cf540da6b" providerId="ADAL" clId="{B61C7037-6381-4BA9-BB2A-4868EAE3E3E6}" dt="2025-12-11T10:58:06.302" v="1" actId="790"/>
          <ac:spMkLst>
            <pc:docMk/>
            <pc:sldMk cId="2835672885" sldId="275"/>
            <ac:spMk id="18" creationId="{BCA3A085-C665-FD60-D191-244FD251573F}"/>
          </ac:spMkLst>
        </pc:spChg>
        <pc:spChg chg="mod">
          <ac:chgData name="Davide Gusmeroli" userId="4c6592ab-495f-4578-8613-f76cf540da6b" providerId="ADAL" clId="{B61C7037-6381-4BA9-BB2A-4868EAE3E3E6}" dt="2025-12-11T10:58:06.302" v="1" actId="790"/>
          <ac:spMkLst>
            <pc:docMk/>
            <pc:sldMk cId="2835672885" sldId="275"/>
            <ac:spMk id="19" creationId="{9C392CD6-E8DA-3AE4-A302-2440AD7567A2}"/>
          </ac:spMkLst>
        </pc:spChg>
      </pc:sldChg>
      <pc:sldChg chg="modSp mod">
        <pc:chgData name="Davide Gusmeroli" userId="4c6592ab-495f-4578-8613-f76cf540da6b" providerId="ADAL" clId="{B61C7037-6381-4BA9-BB2A-4868EAE3E3E6}" dt="2025-12-11T10:59:36.726" v="6" actId="20577"/>
        <pc:sldMkLst>
          <pc:docMk/>
          <pc:sldMk cId="2098645471" sldId="276"/>
        </pc:sldMkLst>
        <pc:spChg chg="mod">
          <ac:chgData name="Davide Gusmeroli" userId="4c6592ab-495f-4578-8613-f76cf540da6b" providerId="ADAL" clId="{B61C7037-6381-4BA9-BB2A-4868EAE3E3E6}" dt="2025-12-11T10:58:06.302" v="1" actId="790"/>
          <ac:spMkLst>
            <pc:docMk/>
            <pc:sldMk cId="2098645471" sldId="276"/>
            <ac:spMk id="3" creationId="{22B12B96-54DA-3CA9-EFF2-68A65924919C}"/>
          </ac:spMkLst>
        </pc:spChg>
        <pc:spChg chg="mod">
          <ac:chgData name="Davide Gusmeroli" userId="4c6592ab-495f-4578-8613-f76cf540da6b" providerId="ADAL" clId="{B61C7037-6381-4BA9-BB2A-4868EAE3E3E6}" dt="2025-12-11T10:58:06.302" v="1" actId="790"/>
          <ac:spMkLst>
            <pc:docMk/>
            <pc:sldMk cId="2098645471" sldId="276"/>
            <ac:spMk id="5" creationId="{C15E12CD-DED5-C36E-54D8-C44ED3B341DD}"/>
          </ac:spMkLst>
        </pc:spChg>
      </pc:sldChg>
      <pc:sldChg chg="modSp mod">
        <pc:chgData name="Davide Gusmeroli" userId="4c6592ab-495f-4578-8613-f76cf540da6b" providerId="ADAL" clId="{B61C7037-6381-4BA9-BB2A-4868EAE3E3E6}" dt="2025-12-11T10:58:06.302" v="1" actId="790"/>
        <pc:sldMkLst>
          <pc:docMk/>
          <pc:sldMk cId="3776868186" sldId="277"/>
        </pc:sldMkLst>
        <pc:spChg chg="mod">
          <ac:chgData name="Davide Gusmeroli" userId="4c6592ab-495f-4578-8613-f76cf540da6b" providerId="ADAL" clId="{B61C7037-6381-4BA9-BB2A-4868EAE3E3E6}" dt="2025-12-11T10:58:06.302" v="1" actId="790"/>
          <ac:spMkLst>
            <pc:docMk/>
            <pc:sldMk cId="3776868186" sldId="277"/>
            <ac:spMk id="2" creationId="{28FB9E0E-1B22-5522-98F7-47C507DBDE10}"/>
          </ac:spMkLst>
        </pc:spChg>
        <pc:spChg chg="mod">
          <ac:chgData name="Davide Gusmeroli" userId="4c6592ab-495f-4578-8613-f76cf540da6b" providerId="ADAL" clId="{B61C7037-6381-4BA9-BB2A-4868EAE3E3E6}" dt="2025-12-11T10:58:06.302" v="1" actId="790"/>
          <ac:spMkLst>
            <pc:docMk/>
            <pc:sldMk cId="3776868186" sldId="277"/>
            <ac:spMk id="5" creationId="{87B1CFC4-0550-E511-8D26-AA31A521720C}"/>
          </ac:spMkLst>
        </pc:spChg>
        <pc:spChg chg="mod">
          <ac:chgData name="Davide Gusmeroli" userId="4c6592ab-495f-4578-8613-f76cf540da6b" providerId="ADAL" clId="{B61C7037-6381-4BA9-BB2A-4868EAE3E3E6}" dt="2025-12-11T10:58:06.302" v="1" actId="790"/>
          <ac:spMkLst>
            <pc:docMk/>
            <pc:sldMk cId="3776868186" sldId="277"/>
            <ac:spMk id="12" creationId="{DD2FC85A-6004-7D7D-BE02-857953669521}"/>
          </ac:spMkLst>
        </pc:spChg>
        <pc:spChg chg="mod">
          <ac:chgData name="Davide Gusmeroli" userId="4c6592ab-495f-4578-8613-f76cf540da6b" providerId="ADAL" clId="{B61C7037-6381-4BA9-BB2A-4868EAE3E3E6}" dt="2025-12-11T10:58:06.302" v="1" actId="790"/>
          <ac:spMkLst>
            <pc:docMk/>
            <pc:sldMk cId="3776868186" sldId="277"/>
            <ac:spMk id="13" creationId="{B499CBDE-F725-4299-A1B6-8F4292FF51B7}"/>
          </ac:spMkLst>
        </pc:spChg>
        <pc:spChg chg="mod">
          <ac:chgData name="Davide Gusmeroli" userId="4c6592ab-495f-4578-8613-f76cf540da6b" providerId="ADAL" clId="{B61C7037-6381-4BA9-BB2A-4868EAE3E3E6}" dt="2025-12-11T10:58:06.302" v="1" actId="790"/>
          <ac:spMkLst>
            <pc:docMk/>
            <pc:sldMk cId="3776868186" sldId="277"/>
            <ac:spMk id="14" creationId="{F1AA34C7-6754-EC5D-4D77-BE848EAF4912}"/>
          </ac:spMkLst>
        </pc:spChg>
      </pc:sldChg>
      <pc:sldChg chg="modSp mod">
        <pc:chgData name="Davide Gusmeroli" userId="4c6592ab-495f-4578-8613-f76cf540da6b" providerId="ADAL" clId="{B61C7037-6381-4BA9-BB2A-4868EAE3E3E6}" dt="2025-12-11T10:58:06.302" v="1" actId="790"/>
        <pc:sldMkLst>
          <pc:docMk/>
          <pc:sldMk cId="883361051" sldId="279"/>
        </pc:sldMkLst>
        <pc:spChg chg="mod">
          <ac:chgData name="Davide Gusmeroli" userId="4c6592ab-495f-4578-8613-f76cf540da6b" providerId="ADAL" clId="{B61C7037-6381-4BA9-BB2A-4868EAE3E3E6}" dt="2025-12-11T10:58:06.302" v="1" actId="790"/>
          <ac:spMkLst>
            <pc:docMk/>
            <pc:sldMk cId="883361051" sldId="279"/>
            <ac:spMk id="15" creationId="{2F17F8ED-DA78-C19A-F2B0-019B8B9E2D49}"/>
          </ac:spMkLst>
        </pc:spChg>
        <pc:spChg chg="mod">
          <ac:chgData name="Davide Gusmeroli" userId="4c6592ab-495f-4578-8613-f76cf540da6b" providerId="ADAL" clId="{B61C7037-6381-4BA9-BB2A-4868EAE3E3E6}" dt="2025-12-11T10:58:06.302" v="1" actId="790"/>
          <ac:spMkLst>
            <pc:docMk/>
            <pc:sldMk cId="883361051" sldId="279"/>
            <ac:spMk id="24" creationId="{38B76503-F7ED-1014-4E2F-3D591E772C5D}"/>
          </ac:spMkLst>
        </pc:spChg>
        <pc:spChg chg="mod">
          <ac:chgData name="Davide Gusmeroli" userId="4c6592ab-495f-4578-8613-f76cf540da6b" providerId="ADAL" clId="{B61C7037-6381-4BA9-BB2A-4868EAE3E3E6}" dt="2025-12-11T10:58:06.302" v="1" actId="790"/>
          <ac:spMkLst>
            <pc:docMk/>
            <pc:sldMk cId="883361051" sldId="279"/>
            <ac:spMk id="26" creationId="{21607784-86CF-E612-4D65-440671FA68BA}"/>
          </ac:spMkLst>
        </pc:spChg>
        <pc:spChg chg="mod">
          <ac:chgData name="Davide Gusmeroli" userId="4c6592ab-495f-4578-8613-f76cf540da6b" providerId="ADAL" clId="{B61C7037-6381-4BA9-BB2A-4868EAE3E3E6}" dt="2025-12-11T10:58:06.302" v="1" actId="790"/>
          <ac:spMkLst>
            <pc:docMk/>
            <pc:sldMk cId="883361051" sldId="279"/>
            <ac:spMk id="29" creationId="{E55138CF-53D3-0ACF-02A4-38656C5643FF}"/>
          </ac:spMkLst>
        </pc:spChg>
        <pc:spChg chg="mod">
          <ac:chgData name="Davide Gusmeroli" userId="4c6592ab-495f-4578-8613-f76cf540da6b" providerId="ADAL" clId="{B61C7037-6381-4BA9-BB2A-4868EAE3E3E6}" dt="2025-12-11T10:58:06.302" v="1" actId="790"/>
          <ac:spMkLst>
            <pc:docMk/>
            <pc:sldMk cId="883361051" sldId="279"/>
            <ac:spMk id="30" creationId="{CEE36CA7-7161-D685-4F15-B2D1EAD98D85}"/>
          </ac:spMkLst>
        </pc:spChg>
        <pc:spChg chg="mod">
          <ac:chgData name="Davide Gusmeroli" userId="4c6592ab-495f-4578-8613-f76cf540da6b" providerId="ADAL" clId="{B61C7037-6381-4BA9-BB2A-4868EAE3E3E6}" dt="2025-12-11T10:58:06.302" v="1" actId="790"/>
          <ac:spMkLst>
            <pc:docMk/>
            <pc:sldMk cId="883361051" sldId="279"/>
            <ac:spMk id="32" creationId="{F64781CF-DD07-FE92-DA24-2EB7739F9BD3}"/>
          </ac:spMkLst>
        </pc:spChg>
        <pc:spChg chg="mod">
          <ac:chgData name="Davide Gusmeroli" userId="4c6592ab-495f-4578-8613-f76cf540da6b" providerId="ADAL" clId="{B61C7037-6381-4BA9-BB2A-4868EAE3E3E6}" dt="2025-12-11T10:58:06.302" v="1" actId="790"/>
          <ac:spMkLst>
            <pc:docMk/>
            <pc:sldMk cId="883361051" sldId="279"/>
            <ac:spMk id="34" creationId="{B2CB705F-81A1-131B-62CF-D62F627B806F}"/>
          </ac:spMkLst>
        </pc:spChg>
        <pc:spChg chg="mod">
          <ac:chgData name="Davide Gusmeroli" userId="4c6592ab-495f-4578-8613-f76cf540da6b" providerId="ADAL" clId="{B61C7037-6381-4BA9-BB2A-4868EAE3E3E6}" dt="2025-12-11T10:58:06.302" v="1" actId="790"/>
          <ac:spMkLst>
            <pc:docMk/>
            <pc:sldMk cId="883361051" sldId="279"/>
            <ac:spMk id="35" creationId="{98651389-90CA-E6BB-A7D3-BF0DDD8D420E}"/>
          </ac:spMkLst>
        </pc:spChg>
        <pc:spChg chg="mod">
          <ac:chgData name="Davide Gusmeroli" userId="4c6592ab-495f-4578-8613-f76cf540da6b" providerId="ADAL" clId="{B61C7037-6381-4BA9-BB2A-4868EAE3E3E6}" dt="2025-12-11T10:58:06.302" v="1" actId="790"/>
          <ac:spMkLst>
            <pc:docMk/>
            <pc:sldMk cId="883361051" sldId="279"/>
            <ac:spMk id="36" creationId="{27DA06D1-D719-5312-A962-C5C4CA27E040}"/>
          </ac:spMkLst>
        </pc:spChg>
      </pc:sldChg>
      <pc:sldChg chg="modSp mod">
        <pc:chgData name="Davide Gusmeroli" userId="4c6592ab-495f-4578-8613-f76cf540da6b" providerId="ADAL" clId="{B61C7037-6381-4BA9-BB2A-4868EAE3E3E6}" dt="2025-12-11T10:58:06.302" v="1" actId="790"/>
        <pc:sldMkLst>
          <pc:docMk/>
          <pc:sldMk cId="3804097846" sldId="280"/>
        </pc:sldMkLst>
        <pc:spChg chg="mod">
          <ac:chgData name="Davide Gusmeroli" userId="4c6592ab-495f-4578-8613-f76cf540da6b" providerId="ADAL" clId="{B61C7037-6381-4BA9-BB2A-4868EAE3E3E6}" dt="2025-12-11T10:58:06.302" v="1" actId="790"/>
          <ac:spMkLst>
            <pc:docMk/>
            <pc:sldMk cId="3804097846" sldId="280"/>
            <ac:spMk id="3" creationId="{126C9703-4392-6996-B19A-B67DAA7F8996}"/>
          </ac:spMkLst>
        </pc:spChg>
        <pc:spChg chg="mod">
          <ac:chgData name="Davide Gusmeroli" userId="4c6592ab-495f-4578-8613-f76cf540da6b" providerId="ADAL" clId="{B61C7037-6381-4BA9-BB2A-4868EAE3E3E6}" dt="2025-12-11T10:58:06.302" v="1" actId="790"/>
          <ac:spMkLst>
            <pc:docMk/>
            <pc:sldMk cId="3804097846" sldId="280"/>
            <ac:spMk id="5" creationId="{EFBCA613-11F3-EC82-8F24-BEE91879715D}"/>
          </ac:spMkLst>
        </pc:spChg>
      </pc:sldChg>
      <pc:sldChg chg="modSp mod ord">
        <pc:chgData name="Davide Gusmeroli" userId="4c6592ab-495f-4578-8613-f76cf540da6b" providerId="ADAL" clId="{B61C7037-6381-4BA9-BB2A-4868EAE3E3E6}" dt="2025-12-17T09:59:02.095" v="260"/>
        <pc:sldMkLst>
          <pc:docMk/>
          <pc:sldMk cId="2702978829" sldId="281"/>
        </pc:sldMkLst>
        <pc:spChg chg="mod">
          <ac:chgData name="Davide Gusmeroli" userId="4c6592ab-495f-4578-8613-f76cf540da6b" providerId="ADAL" clId="{B61C7037-6381-4BA9-BB2A-4868EAE3E3E6}" dt="2025-12-11T10:58:06.302" v="1" actId="790"/>
          <ac:spMkLst>
            <pc:docMk/>
            <pc:sldMk cId="2702978829" sldId="281"/>
            <ac:spMk id="4" creationId="{21CDBF64-758D-2CFD-8090-97B3A3EBB83D}"/>
          </ac:spMkLst>
        </pc:spChg>
        <pc:spChg chg="mod">
          <ac:chgData name="Davide Gusmeroli" userId="4c6592ab-495f-4578-8613-f76cf540da6b" providerId="ADAL" clId="{B61C7037-6381-4BA9-BB2A-4868EAE3E3E6}" dt="2025-12-11T10:58:06.302" v="1" actId="790"/>
          <ac:spMkLst>
            <pc:docMk/>
            <pc:sldMk cId="2702978829" sldId="281"/>
            <ac:spMk id="5" creationId="{5E11C678-E385-C292-DC5C-E65DEF405615}"/>
          </ac:spMkLst>
        </pc:spChg>
        <pc:spChg chg="mod">
          <ac:chgData name="Davide Gusmeroli" userId="4c6592ab-495f-4578-8613-f76cf540da6b" providerId="ADAL" clId="{B61C7037-6381-4BA9-BB2A-4868EAE3E3E6}" dt="2025-12-11T10:58:06.302" v="1" actId="790"/>
          <ac:spMkLst>
            <pc:docMk/>
            <pc:sldMk cId="2702978829" sldId="281"/>
            <ac:spMk id="34" creationId="{24E76688-EF8F-B5DA-6EF1-ADD4C469CDF2}"/>
          </ac:spMkLst>
        </pc:spChg>
        <pc:spChg chg="mod">
          <ac:chgData name="Davide Gusmeroli" userId="4c6592ab-495f-4578-8613-f76cf540da6b" providerId="ADAL" clId="{B61C7037-6381-4BA9-BB2A-4868EAE3E3E6}" dt="2025-12-11T10:58:06.302" v="1" actId="790"/>
          <ac:spMkLst>
            <pc:docMk/>
            <pc:sldMk cId="2702978829" sldId="281"/>
            <ac:spMk id="40" creationId="{6A7FEC90-B272-7589-64C0-25CD6F241F29}"/>
          </ac:spMkLst>
        </pc:spChg>
        <pc:spChg chg="mod">
          <ac:chgData name="Davide Gusmeroli" userId="4c6592ab-495f-4578-8613-f76cf540da6b" providerId="ADAL" clId="{B61C7037-6381-4BA9-BB2A-4868EAE3E3E6}" dt="2025-12-11T10:58:06.302" v="1" actId="790"/>
          <ac:spMkLst>
            <pc:docMk/>
            <pc:sldMk cId="2702978829" sldId="281"/>
            <ac:spMk id="45" creationId="{7FEC5F0B-C991-9B96-303D-CA9F67D00E60}"/>
          </ac:spMkLst>
        </pc:spChg>
        <pc:spChg chg="mod">
          <ac:chgData name="Davide Gusmeroli" userId="4c6592ab-495f-4578-8613-f76cf540da6b" providerId="ADAL" clId="{B61C7037-6381-4BA9-BB2A-4868EAE3E3E6}" dt="2025-12-11T10:58:06.302" v="1" actId="790"/>
          <ac:spMkLst>
            <pc:docMk/>
            <pc:sldMk cId="2702978829" sldId="281"/>
            <ac:spMk id="46" creationId="{5DFDDE7D-7FD2-285A-B656-779A9344855F}"/>
          </ac:spMkLst>
        </pc:spChg>
        <pc:spChg chg="mod">
          <ac:chgData name="Davide Gusmeroli" userId="4c6592ab-495f-4578-8613-f76cf540da6b" providerId="ADAL" clId="{B61C7037-6381-4BA9-BB2A-4868EAE3E3E6}" dt="2025-12-11T10:58:06.302" v="1" actId="790"/>
          <ac:spMkLst>
            <pc:docMk/>
            <pc:sldMk cId="2702978829" sldId="281"/>
            <ac:spMk id="47" creationId="{6229ACB8-E84F-B84F-9705-DD5488E1FA45}"/>
          </ac:spMkLst>
        </pc:spChg>
        <pc:spChg chg="mod">
          <ac:chgData name="Davide Gusmeroli" userId="4c6592ab-495f-4578-8613-f76cf540da6b" providerId="ADAL" clId="{B61C7037-6381-4BA9-BB2A-4868EAE3E3E6}" dt="2025-12-11T10:58:06.302" v="1" actId="790"/>
          <ac:spMkLst>
            <pc:docMk/>
            <pc:sldMk cId="2702978829" sldId="281"/>
            <ac:spMk id="51" creationId="{3D01C6EA-2240-F6E0-1901-59A5AE4A9CF0}"/>
          </ac:spMkLst>
        </pc:spChg>
        <pc:spChg chg="mod">
          <ac:chgData name="Davide Gusmeroli" userId="4c6592ab-495f-4578-8613-f76cf540da6b" providerId="ADAL" clId="{B61C7037-6381-4BA9-BB2A-4868EAE3E3E6}" dt="2025-12-11T10:58:06.302" v="1" actId="790"/>
          <ac:spMkLst>
            <pc:docMk/>
            <pc:sldMk cId="2702978829" sldId="281"/>
            <ac:spMk id="54" creationId="{BE844751-91E4-B302-369F-DD62ACA2C0C0}"/>
          </ac:spMkLst>
        </pc:spChg>
        <pc:spChg chg="mod">
          <ac:chgData name="Davide Gusmeroli" userId="4c6592ab-495f-4578-8613-f76cf540da6b" providerId="ADAL" clId="{B61C7037-6381-4BA9-BB2A-4868EAE3E3E6}" dt="2025-12-11T10:58:06.302" v="1" actId="790"/>
          <ac:spMkLst>
            <pc:docMk/>
            <pc:sldMk cId="2702978829" sldId="281"/>
            <ac:spMk id="55" creationId="{EE991733-6D54-2181-DEEB-6C81ACDE2CEF}"/>
          </ac:spMkLst>
        </pc:spChg>
      </pc:sldChg>
      <pc:sldChg chg="del">
        <pc:chgData name="Davide Gusmeroli" userId="4c6592ab-495f-4578-8613-f76cf540da6b" providerId="ADAL" clId="{B61C7037-6381-4BA9-BB2A-4868EAE3E3E6}" dt="2025-12-17T09:59:12.270" v="261" actId="2696"/>
        <pc:sldMkLst>
          <pc:docMk/>
          <pc:sldMk cId="3238850124" sldId="282"/>
        </pc:sldMkLst>
      </pc:sldChg>
      <pc:sldChg chg="addSp delSp modSp mod">
        <pc:chgData name="Davide Gusmeroli" userId="4c6592ab-495f-4578-8613-f76cf540da6b" providerId="ADAL" clId="{B61C7037-6381-4BA9-BB2A-4868EAE3E3E6}" dt="2025-12-17T11:16:28.926" v="398" actId="22"/>
        <pc:sldMkLst>
          <pc:docMk/>
          <pc:sldMk cId="2221925906" sldId="283"/>
        </pc:sldMkLst>
        <pc:picChg chg="add del mod">
          <ac:chgData name="Davide Gusmeroli" userId="4c6592ab-495f-4578-8613-f76cf540da6b" providerId="ADAL" clId="{B61C7037-6381-4BA9-BB2A-4868EAE3E3E6}" dt="2025-12-17T11:14:25.082" v="397" actId="478"/>
          <ac:picMkLst>
            <pc:docMk/>
            <pc:sldMk cId="2221925906" sldId="283"/>
            <ac:picMk id="7" creationId="{FE3D3908-35E6-9E31-2221-63A0DC6BC547}"/>
          </ac:picMkLst>
        </pc:picChg>
        <pc:picChg chg="add mod">
          <ac:chgData name="Davide Gusmeroli" userId="4c6592ab-495f-4578-8613-f76cf540da6b" providerId="ADAL" clId="{B61C7037-6381-4BA9-BB2A-4868EAE3E3E6}" dt="2025-12-17T11:14:23.002" v="396" actId="1036"/>
          <ac:picMkLst>
            <pc:docMk/>
            <pc:sldMk cId="2221925906" sldId="283"/>
            <ac:picMk id="10" creationId="{A992139E-1E0F-2275-D8EE-74A4E9CE99DA}"/>
          </ac:picMkLst>
        </pc:picChg>
        <pc:picChg chg="add">
          <ac:chgData name="Davide Gusmeroli" userId="4c6592ab-495f-4578-8613-f76cf540da6b" providerId="ADAL" clId="{B61C7037-6381-4BA9-BB2A-4868EAE3E3E6}" dt="2025-12-17T11:16:28.926" v="398" actId="22"/>
          <ac:picMkLst>
            <pc:docMk/>
            <pc:sldMk cId="2221925906" sldId="283"/>
            <ac:picMk id="13" creationId="{11DDEAA9-DB7A-9F59-0392-3F82D1B356B3}"/>
          </ac:picMkLst>
        </pc:picChg>
      </pc:sldChg>
    </pc:docChg>
  </pc:docChgLst>
  <pc:docChgLst>
    <pc:chgData name="Elisa Di Lillo" userId="ea10fb95-e052-4b84-b38d-cb86a936e8a0" providerId="ADAL" clId="{BDB55A38-D6F2-4716-84F4-58C28E012565}"/>
    <pc:docChg chg="undo custSel addSld delSld modSld sldOrd">
      <pc:chgData name="Elisa Di Lillo" userId="ea10fb95-e052-4b84-b38d-cb86a936e8a0" providerId="ADAL" clId="{BDB55A38-D6F2-4716-84F4-58C28E012565}" dt="2025-12-17T15:34:36.629" v="3415" actId="20577"/>
      <pc:docMkLst>
        <pc:docMk/>
      </pc:docMkLst>
      <pc:sldChg chg="modNotesTx">
        <pc:chgData name="Elisa Di Lillo" userId="ea10fb95-e052-4b84-b38d-cb86a936e8a0" providerId="ADAL" clId="{BDB55A38-D6F2-4716-84F4-58C28E012565}" dt="2025-12-17T15:34:36.629" v="3415" actId="20577"/>
        <pc:sldMkLst>
          <pc:docMk/>
          <pc:sldMk cId="4140029099" sldId="256"/>
        </pc:sldMkLst>
      </pc:sldChg>
      <pc:sldChg chg="modNotesTx">
        <pc:chgData name="Elisa Di Lillo" userId="ea10fb95-e052-4b84-b38d-cb86a936e8a0" providerId="ADAL" clId="{BDB55A38-D6F2-4716-84F4-58C28E012565}" dt="2025-12-15T20:55:17.989" v="1174" actId="20577"/>
        <pc:sldMkLst>
          <pc:docMk/>
          <pc:sldMk cId="3119953010" sldId="258"/>
        </pc:sldMkLst>
      </pc:sldChg>
      <pc:sldChg chg="modNotesTx">
        <pc:chgData name="Elisa Di Lillo" userId="ea10fb95-e052-4b84-b38d-cb86a936e8a0" providerId="ADAL" clId="{BDB55A38-D6F2-4716-84F4-58C28E012565}" dt="2025-12-15T21:16:51.056" v="2800" actId="20577"/>
        <pc:sldMkLst>
          <pc:docMk/>
          <pc:sldMk cId="2471354772" sldId="261"/>
        </pc:sldMkLst>
      </pc:sldChg>
      <pc:sldChg chg="addSp delSp modSp mod modNotesTx">
        <pc:chgData name="Elisa Di Lillo" userId="ea10fb95-e052-4b84-b38d-cb86a936e8a0" providerId="ADAL" clId="{BDB55A38-D6F2-4716-84F4-58C28E012565}" dt="2025-12-15T21:15:05.327" v="2765" actId="20577"/>
        <pc:sldMkLst>
          <pc:docMk/>
          <pc:sldMk cId="2446947773" sldId="262"/>
        </pc:sldMkLst>
        <pc:spChg chg="mod">
          <ac:chgData name="Elisa Di Lillo" userId="ea10fb95-e052-4b84-b38d-cb86a936e8a0" providerId="ADAL" clId="{BDB55A38-D6F2-4716-84F4-58C28E012565}" dt="2025-12-13T11:13:06.694" v="723" actId="1076"/>
          <ac:spMkLst>
            <pc:docMk/>
            <pc:sldMk cId="2446947773" sldId="262"/>
            <ac:spMk id="4" creationId="{7381EEE5-37C5-1087-6877-E84732B01F52}"/>
          </ac:spMkLst>
        </pc:spChg>
        <pc:spChg chg="mod">
          <ac:chgData name="Elisa Di Lillo" userId="ea10fb95-e052-4b84-b38d-cb86a936e8a0" providerId="ADAL" clId="{BDB55A38-D6F2-4716-84F4-58C28E012565}" dt="2025-12-13T11:13:52.324" v="851" actId="20577"/>
          <ac:spMkLst>
            <pc:docMk/>
            <pc:sldMk cId="2446947773" sldId="262"/>
            <ac:spMk id="6" creationId="{2B1FCEA1-253F-D555-B991-F4657C0EEE4A}"/>
          </ac:spMkLst>
        </pc:spChg>
      </pc:sldChg>
      <pc:sldChg chg="modNotesTx">
        <pc:chgData name="Elisa Di Lillo" userId="ea10fb95-e052-4b84-b38d-cb86a936e8a0" providerId="ADAL" clId="{BDB55A38-D6F2-4716-84F4-58C28E012565}" dt="2025-12-15T21:30:59.411" v="3383" actId="20577"/>
        <pc:sldMkLst>
          <pc:docMk/>
          <pc:sldMk cId="2572432652" sldId="263"/>
        </pc:sldMkLst>
      </pc:sldChg>
      <pc:sldChg chg="addSp delSp modSp mod ord">
        <pc:chgData name="Elisa Di Lillo" userId="ea10fb95-e052-4b84-b38d-cb86a936e8a0" providerId="ADAL" clId="{BDB55A38-D6F2-4716-84F4-58C28E012565}" dt="2025-12-15T20:51:58.736" v="878" actId="1076"/>
        <pc:sldMkLst>
          <pc:docMk/>
          <pc:sldMk cId="2702978829" sldId="281"/>
        </pc:sldMkLst>
        <pc:spChg chg="add del">
          <ac:chgData name="Elisa Di Lillo" userId="ea10fb95-e052-4b84-b38d-cb86a936e8a0" providerId="ADAL" clId="{BDB55A38-D6F2-4716-84F4-58C28E012565}" dt="2025-12-15T19:38:02.899" v="853" actId="478"/>
          <ac:spMkLst>
            <pc:docMk/>
            <pc:sldMk cId="2702978829" sldId="281"/>
            <ac:spMk id="46" creationId="{5DFDDE7D-7FD2-285A-B656-779A9344855F}"/>
          </ac:spMkLst>
        </pc:spChg>
        <pc:picChg chg="mod">
          <ac:chgData name="Elisa Di Lillo" userId="ea10fb95-e052-4b84-b38d-cb86a936e8a0" providerId="ADAL" clId="{BDB55A38-D6F2-4716-84F4-58C28E012565}" dt="2025-12-15T20:51:58.736" v="878" actId="1076"/>
          <ac:picMkLst>
            <pc:docMk/>
            <pc:sldMk cId="2702978829" sldId="281"/>
            <ac:picMk id="3" creationId="{942B3854-68EC-FC4C-5F31-38AF4DCBDD52}"/>
          </ac:picMkLst>
        </pc:picChg>
      </pc:sldChg>
    </pc:docChg>
  </pc:docChgLst>
  <pc:docChgLst>
    <pc:chgData name="Mattia Galesi" userId="e03be2d2-92f4-4311-8895-d5a83f26ec61" providerId="ADAL" clId="{73F960C3-F7AC-4BAD-9E84-AA6F9A8CFD63}"/>
    <pc:docChg chg="undo custSel addSld delSld modSld sldOrd">
      <pc:chgData name="Mattia Galesi" userId="e03be2d2-92f4-4311-8895-d5a83f26ec61" providerId="ADAL" clId="{73F960C3-F7AC-4BAD-9E84-AA6F9A8CFD63}" dt="2025-12-16T18:11:25.672" v="4036"/>
      <pc:docMkLst>
        <pc:docMk/>
      </pc:docMkLst>
      <pc:sldChg chg="add">
        <pc:chgData name="Mattia Galesi" userId="e03be2d2-92f4-4311-8895-d5a83f26ec61" providerId="ADAL" clId="{73F960C3-F7AC-4BAD-9E84-AA6F9A8CFD63}" dt="2025-12-09T15:03:09.463" v="16" actId="2890"/>
        <pc:sldMkLst>
          <pc:docMk/>
          <pc:sldMk cId="2471354772" sldId="261"/>
        </pc:sldMkLst>
      </pc:sldChg>
      <pc:sldChg chg="add">
        <pc:chgData name="Mattia Galesi" userId="e03be2d2-92f4-4311-8895-d5a83f26ec61" providerId="ADAL" clId="{73F960C3-F7AC-4BAD-9E84-AA6F9A8CFD63}" dt="2025-12-09T15:03:11.369" v="17" actId="2890"/>
        <pc:sldMkLst>
          <pc:docMk/>
          <pc:sldMk cId="2446947773" sldId="262"/>
        </pc:sldMkLst>
      </pc:sldChg>
      <pc:sldChg chg="add">
        <pc:chgData name="Mattia Galesi" userId="e03be2d2-92f4-4311-8895-d5a83f26ec61" providerId="ADAL" clId="{73F960C3-F7AC-4BAD-9E84-AA6F9A8CFD63}" dt="2025-12-09T15:03:14.504" v="18" actId="2890"/>
        <pc:sldMkLst>
          <pc:docMk/>
          <pc:sldMk cId="2572432652" sldId="263"/>
        </pc:sldMkLst>
      </pc:sldChg>
      <pc:sldChg chg="add">
        <pc:chgData name="Mattia Galesi" userId="e03be2d2-92f4-4311-8895-d5a83f26ec61" providerId="ADAL" clId="{73F960C3-F7AC-4BAD-9E84-AA6F9A8CFD63}" dt="2025-12-09T15:03:17.527" v="19" actId="2890"/>
        <pc:sldMkLst>
          <pc:docMk/>
          <pc:sldMk cId="1689488142" sldId="264"/>
        </pc:sldMkLst>
      </pc:sldChg>
      <pc:sldChg chg="addSp delSp modSp add mod setBg">
        <pc:chgData name="Mattia Galesi" userId="e03be2d2-92f4-4311-8895-d5a83f26ec61" providerId="ADAL" clId="{73F960C3-F7AC-4BAD-9E84-AA6F9A8CFD63}" dt="2025-12-09T15:39:43.552" v="606" actId="1076"/>
        <pc:sldMkLst>
          <pc:docMk/>
          <pc:sldMk cId="4114736886" sldId="265"/>
        </pc:sldMkLst>
        <pc:spChg chg="add mod">
          <ac:chgData name="Mattia Galesi" userId="e03be2d2-92f4-4311-8895-d5a83f26ec61" providerId="ADAL" clId="{73F960C3-F7AC-4BAD-9E84-AA6F9A8CFD63}" dt="2025-12-09T15:19:58.823" v="213" actId="1036"/>
          <ac:spMkLst>
            <pc:docMk/>
            <pc:sldMk cId="4114736886" sldId="265"/>
            <ac:spMk id="2" creationId="{5FA9CC34-69BD-BC78-1106-93173A9F05AF}"/>
          </ac:spMkLst>
        </pc:spChg>
        <pc:spChg chg="add mod">
          <ac:chgData name="Mattia Galesi" userId="e03be2d2-92f4-4311-8895-d5a83f26ec61" providerId="ADAL" clId="{73F960C3-F7AC-4BAD-9E84-AA6F9A8CFD63}" dt="2025-12-09T15:39:16.881" v="601" actId="1076"/>
          <ac:spMkLst>
            <pc:docMk/>
            <pc:sldMk cId="4114736886" sldId="265"/>
            <ac:spMk id="3" creationId="{342DF74F-4A6F-6789-DB4A-9A63FD701026}"/>
          </ac:spMkLst>
        </pc:spChg>
        <pc:spChg chg="add mod">
          <ac:chgData name="Mattia Galesi" userId="e03be2d2-92f4-4311-8895-d5a83f26ec61" providerId="ADAL" clId="{73F960C3-F7AC-4BAD-9E84-AA6F9A8CFD63}" dt="2025-12-09T15:33:54.579" v="529" actId="1036"/>
          <ac:spMkLst>
            <pc:docMk/>
            <pc:sldMk cId="4114736886" sldId="265"/>
            <ac:spMk id="11" creationId="{E912804B-53C1-8C4E-B9B5-5ED9CBF3E360}"/>
          </ac:spMkLst>
        </pc:spChg>
        <pc:spChg chg="add mod">
          <ac:chgData name="Mattia Galesi" userId="e03be2d2-92f4-4311-8895-d5a83f26ec61" providerId="ADAL" clId="{73F960C3-F7AC-4BAD-9E84-AA6F9A8CFD63}" dt="2025-12-09T15:33:54.579" v="529" actId="1036"/>
          <ac:spMkLst>
            <pc:docMk/>
            <pc:sldMk cId="4114736886" sldId="265"/>
            <ac:spMk id="12" creationId="{5A8D8E50-32EB-460C-89BC-D1C665825D3E}"/>
          </ac:spMkLst>
        </pc:spChg>
        <pc:spChg chg="add mod">
          <ac:chgData name="Mattia Galesi" userId="e03be2d2-92f4-4311-8895-d5a83f26ec61" providerId="ADAL" clId="{73F960C3-F7AC-4BAD-9E84-AA6F9A8CFD63}" dt="2025-12-09T15:33:54.579" v="529" actId="1036"/>
          <ac:spMkLst>
            <pc:docMk/>
            <pc:sldMk cId="4114736886" sldId="265"/>
            <ac:spMk id="13" creationId="{B262C0A7-1BEE-3692-E680-B2D8891FEB4D}"/>
          </ac:spMkLst>
        </pc:spChg>
        <pc:spChg chg="add mod">
          <ac:chgData name="Mattia Galesi" userId="e03be2d2-92f4-4311-8895-d5a83f26ec61" providerId="ADAL" clId="{73F960C3-F7AC-4BAD-9E84-AA6F9A8CFD63}" dt="2025-12-09T15:33:54.579" v="529" actId="1036"/>
          <ac:spMkLst>
            <pc:docMk/>
            <pc:sldMk cId="4114736886" sldId="265"/>
            <ac:spMk id="15" creationId="{D6D4E4A3-31A5-A521-2248-AED78A30DF41}"/>
          </ac:spMkLst>
        </pc:spChg>
        <pc:spChg chg="add mod">
          <ac:chgData name="Mattia Galesi" userId="e03be2d2-92f4-4311-8895-d5a83f26ec61" providerId="ADAL" clId="{73F960C3-F7AC-4BAD-9E84-AA6F9A8CFD63}" dt="2025-12-09T15:34:03.085" v="540" actId="1036"/>
          <ac:spMkLst>
            <pc:docMk/>
            <pc:sldMk cId="4114736886" sldId="265"/>
            <ac:spMk id="19" creationId="{54B67BEA-638E-5E25-493E-AD2995CD8CD1}"/>
          </ac:spMkLst>
        </pc:spChg>
        <pc:spChg chg="add mod">
          <ac:chgData name="Mattia Galesi" userId="e03be2d2-92f4-4311-8895-d5a83f26ec61" providerId="ADAL" clId="{73F960C3-F7AC-4BAD-9E84-AA6F9A8CFD63}" dt="2025-12-09T15:39:43.552" v="606" actId="1076"/>
          <ac:spMkLst>
            <pc:docMk/>
            <pc:sldMk cId="4114736886" sldId="265"/>
            <ac:spMk id="23" creationId="{1BB25D0D-C985-290A-A6B9-CA8771C1EAE9}"/>
          </ac:spMkLst>
        </pc:spChg>
        <pc:spChg chg="add mod">
          <ac:chgData name="Mattia Galesi" userId="e03be2d2-92f4-4311-8895-d5a83f26ec61" providerId="ADAL" clId="{73F960C3-F7AC-4BAD-9E84-AA6F9A8CFD63}" dt="2025-12-09T15:39:32.063" v="604" actId="1076"/>
          <ac:spMkLst>
            <pc:docMk/>
            <pc:sldMk cId="4114736886" sldId="265"/>
            <ac:spMk id="24" creationId="{41703C8D-E723-824D-5263-8F0D362D7BA1}"/>
          </ac:spMkLst>
        </pc:spChg>
        <pc:spChg chg="mod">
          <ac:chgData name="Mattia Galesi" userId="e03be2d2-92f4-4311-8895-d5a83f26ec61" providerId="ADAL" clId="{73F960C3-F7AC-4BAD-9E84-AA6F9A8CFD63}" dt="2025-12-09T15:19:44.803" v="177" actId="1076"/>
          <ac:spMkLst>
            <pc:docMk/>
            <pc:sldMk cId="4114736886" sldId="265"/>
            <ac:spMk id="39" creationId="{0CE06FBE-0BEC-163A-3B8E-7807966CDDEB}"/>
          </ac:spMkLst>
        </pc:spChg>
        <pc:picChg chg="add mod">
          <ac:chgData name="Mattia Galesi" userId="e03be2d2-92f4-4311-8895-d5a83f26ec61" providerId="ADAL" clId="{73F960C3-F7AC-4BAD-9E84-AA6F9A8CFD63}" dt="2025-12-09T15:20:25.347" v="216" actId="208"/>
          <ac:picMkLst>
            <pc:docMk/>
            <pc:sldMk cId="4114736886" sldId="265"/>
            <ac:picMk id="9" creationId="{44DC483C-2111-A431-6777-F2388D161A1B}"/>
          </ac:picMkLst>
        </pc:picChg>
        <pc:picChg chg="add mod">
          <ac:chgData name="Mattia Galesi" userId="e03be2d2-92f4-4311-8895-d5a83f26ec61" providerId="ADAL" clId="{73F960C3-F7AC-4BAD-9E84-AA6F9A8CFD63}" dt="2025-12-09T15:20:23.131" v="215" actId="208"/>
          <ac:picMkLst>
            <pc:docMk/>
            <pc:sldMk cId="4114736886" sldId="265"/>
            <ac:picMk id="10" creationId="{66C5698B-51B6-C5B2-202F-1C5DC9EA9E20}"/>
          </ac:picMkLst>
        </pc:picChg>
      </pc:sldChg>
      <pc:sldChg chg="addSp delSp modSp add mod setBg">
        <pc:chgData name="Mattia Galesi" userId="e03be2d2-92f4-4311-8895-d5a83f26ec61" providerId="ADAL" clId="{73F960C3-F7AC-4BAD-9E84-AA6F9A8CFD63}" dt="2025-12-09T17:14:12.183" v="2144" actId="1076"/>
        <pc:sldMkLst>
          <pc:docMk/>
          <pc:sldMk cId="110947244" sldId="266"/>
        </pc:sldMkLst>
        <pc:spChg chg="add mod">
          <ac:chgData name="Mattia Galesi" userId="e03be2d2-92f4-4311-8895-d5a83f26ec61" providerId="ADAL" clId="{73F960C3-F7AC-4BAD-9E84-AA6F9A8CFD63}" dt="2025-12-09T17:07:39.560" v="1934" actId="20577"/>
          <ac:spMkLst>
            <pc:docMk/>
            <pc:sldMk cId="110947244" sldId="266"/>
            <ac:spMk id="2" creationId="{B9BE293A-CF4D-5864-9FA3-D503ACBCBB49}"/>
          </ac:spMkLst>
        </pc:spChg>
        <pc:spChg chg="add mod">
          <ac:chgData name="Mattia Galesi" userId="e03be2d2-92f4-4311-8895-d5a83f26ec61" providerId="ADAL" clId="{73F960C3-F7AC-4BAD-9E84-AA6F9A8CFD63}" dt="2025-12-09T17:13:34.344" v="2079" actId="1076"/>
          <ac:spMkLst>
            <pc:docMk/>
            <pc:sldMk cId="110947244" sldId="266"/>
            <ac:spMk id="10" creationId="{CDFB5A3A-C6FB-576D-2B08-0F2561220139}"/>
          </ac:spMkLst>
        </pc:spChg>
        <pc:spChg chg="add mod">
          <ac:chgData name="Mattia Galesi" userId="e03be2d2-92f4-4311-8895-d5a83f26ec61" providerId="ADAL" clId="{73F960C3-F7AC-4BAD-9E84-AA6F9A8CFD63}" dt="2025-12-09T17:14:12.183" v="2144" actId="1076"/>
          <ac:spMkLst>
            <pc:docMk/>
            <pc:sldMk cId="110947244" sldId="266"/>
            <ac:spMk id="15" creationId="{D4D7B98E-9CFA-B566-0050-AF4333A6F68B}"/>
          </ac:spMkLst>
        </pc:spChg>
        <pc:picChg chg="add mod">
          <ac:chgData name="Mattia Galesi" userId="e03be2d2-92f4-4311-8895-d5a83f26ec61" providerId="ADAL" clId="{73F960C3-F7AC-4BAD-9E84-AA6F9A8CFD63}" dt="2025-12-09T17:13:30.559" v="2078" actId="1076"/>
          <ac:picMkLst>
            <pc:docMk/>
            <pc:sldMk cId="110947244" sldId="266"/>
            <ac:picMk id="12" creationId="{AF8CF064-7971-B5FD-EDB5-A935A9C2060C}"/>
          </ac:picMkLst>
        </pc:picChg>
        <pc:picChg chg="add mod">
          <ac:chgData name="Mattia Galesi" userId="e03be2d2-92f4-4311-8895-d5a83f26ec61" providerId="ADAL" clId="{73F960C3-F7AC-4BAD-9E84-AA6F9A8CFD63}" dt="2025-12-09T17:13:36.487" v="2080" actId="1076"/>
          <ac:picMkLst>
            <pc:docMk/>
            <pc:sldMk cId="110947244" sldId="266"/>
            <ac:picMk id="14" creationId="{3764DEB4-FE8A-2AC3-62DD-2F79E9CC2D9B}"/>
          </ac:picMkLst>
        </pc:picChg>
      </pc:sldChg>
      <pc:sldChg chg="addSp delSp modSp add mod setBg modNotesTx">
        <pc:chgData name="Mattia Galesi" userId="e03be2d2-92f4-4311-8895-d5a83f26ec61" providerId="ADAL" clId="{73F960C3-F7AC-4BAD-9E84-AA6F9A8CFD63}" dt="2025-12-09T16:43:19.897" v="1286" actId="1076"/>
        <pc:sldMkLst>
          <pc:docMk/>
          <pc:sldMk cId="808600520" sldId="267"/>
        </pc:sldMkLst>
        <pc:spChg chg="add mod">
          <ac:chgData name="Mattia Galesi" userId="e03be2d2-92f4-4311-8895-d5a83f26ec61" providerId="ADAL" clId="{73F960C3-F7AC-4BAD-9E84-AA6F9A8CFD63}" dt="2025-12-09T16:13:54.211" v="955" actId="1076"/>
          <ac:spMkLst>
            <pc:docMk/>
            <pc:sldMk cId="808600520" sldId="267"/>
            <ac:spMk id="2" creationId="{82A6AA2B-4F00-467E-F55F-E1B7F9F70DA2}"/>
          </ac:spMkLst>
        </pc:spChg>
        <pc:spChg chg="add mod topLvl">
          <ac:chgData name="Mattia Galesi" userId="e03be2d2-92f4-4311-8895-d5a83f26ec61" providerId="ADAL" clId="{73F960C3-F7AC-4BAD-9E84-AA6F9A8CFD63}" dt="2025-12-09T15:52:44.880" v="729" actId="1076"/>
          <ac:spMkLst>
            <pc:docMk/>
            <pc:sldMk cId="808600520" sldId="267"/>
            <ac:spMk id="14" creationId="{7EBD8BA2-71A0-EB8B-3703-38072AF3C120}"/>
          </ac:spMkLst>
        </pc:spChg>
        <pc:spChg chg="add mod topLvl">
          <ac:chgData name="Mattia Galesi" userId="e03be2d2-92f4-4311-8895-d5a83f26ec61" providerId="ADAL" clId="{73F960C3-F7AC-4BAD-9E84-AA6F9A8CFD63}" dt="2025-12-09T15:52:44.880" v="729" actId="1076"/>
          <ac:spMkLst>
            <pc:docMk/>
            <pc:sldMk cId="808600520" sldId="267"/>
            <ac:spMk id="15" creationId="{6A7E40DD-54A9-0A7E-D64A-0973DCF8006A}"/>
          </ac:spMkLst>
        </pc:spChg>
        <pc:spChg chg="add mod topLvl">
          <ac:chgData name="Mattia Galesi" userId="e03be2d2-92f4-4311-8895-d5a83f26ec61" providerId="ADAL" clId="{73F960C3-F7AC-4BAD-9E84-AA6F9A8CFD63}" dt="2025-12-09T15:52:44.880" v="729" actId="1076"/>
          <ac:spMkLst>
            <pc:docMk/>
            <pc:sldMk cId="808600520" sldId="267"/>
            <ac:spMk id="16" creationId="{55D17D31-9205-96BF-9C52-EE112EEFC733}"/>
          </ac:spMkLst>
        </pc:spChg>
        <pc:spChg chg="add mod topLvl">
          <ac:chgData name="Mattia Galesi" userId="e03be2d2-92f4-4311-8895-d5a83f26ec61" providerId="ADAL" clId="{73F960C3-F7AC-4BAD-9E84-AA6F9A8CFD63}" dt="2025-12-09T15:52:44.880" v="729" actId="1076"/>
          <ac:spMkLst>
            <pc:docMk/>
            <pc:sldMk cId="808600520" sldId="267"/>
            <ac:spMk id="18" creationId="{E03343AB-727F-FF68-D98C-FCEC00DA077E}"/>
          </ac:spMkLst>
        </pc:spChg>
        <pc:spChg chg="add mod">
          <ac:chgData name="Mattia Galesi" userId="e03be2d2-92f4-4311-8895-d5a83f26ec61" providerId="ADAL" clId="{73F960C3-F7AC-4BAD-9E84-AA6F9A8CFD63}" dt="2025-12-09T15:52:44.880" v="729" actId="1076"/>
          <ac:spMkLst>
            <pc:docMk/>
            <pc:sldMk cId="808600520" sldId="267"/>
            <ac:spMk id="20" creationId="{0A7779F3-0F46-88A1-696B-CB14EE38749D}"/>
          </ac:spMkLst>
        </pc:spChg>
        <pc:spChg chg="add mod">
          <ac:chgData name="Mattia Galesi" userId="e03be2d2-92f4-4311-8895-d5a83f26ec61" providerId="ADAL" clId="{73F960C3-F7AC-4BAD-9E84-AA6F9A8CFD63}" dt="2025-12-09T16:43:11.699" v="1285" actId="14100"/>
          <ac:spMkLst>
            <pc:docMk/>
            <pc:sldMk cId="808600520" sldId="267"/>
            <ac:spMk id="34" creationId="{5DFD50FD-FB3A-1DD8-3732-3D6A31BAD3FA}"/>
          </ac:spMkLst>
        </pc:spChg>
        <pc:spChg chg="add mod">
          <ac:chgData name="Mattia Galesi" userId="e03be2d2-92f4-4311-8895-d5a83f26ec61" providerId="ADAL" clId="{73F960C3-F7AC-4BAD-9E84-AA6F9A8CFD63}" dt="2025-12-09T16:43:03.331" v="1282" actId="1076"/>
          <ac:spMkLst>
            <pc:docMk/>
            <pc:sldMk cId="808600520" sldId="267"/>
            <ac:spMk id="36" creationId="{631F5A0C-BC39-D642-EBAC-63905D3C2879}"/>
          </ac:spMkLst>
        </pc:spChg>
        <pc:spChg chg="add mod">
          <ac:chgData name="Mattia Galesi" userId="e03be2d2-92f4-4311-8895-d5a83f26ec61" providerId="ADAL" clId="{73F960C3-F7AC-4BAD-9E84-AA6F9A8CFD63}" dt="2025-12-09T16:42:21.112" v="1275" actId="14100"/>
          <ac:spMkLst>
            <pc:docMk/>
            <pc:sldMk cId="808600520" sldId="267"/>
            <ac:spMk id="40" creationId="{B0E08A91-B30B-47EC-5169-26EC1E313352}"/>
          </ac:spMkLst>
        </pc:spChg>
        <pc:spChg chg="add mod">
          <ac:chgData name="Mattia Galesi" userId="e03be2d2-92f4-4311-8895-d5a83f26ec61" providerId="ADAL" clId="{73F960C3-F7AC-4BAD-9E84-AA6F9A8CFD63}" dt="2025-12-09T16:42:23.763" v="1276" actId="14100"/>
          <ac:spMkLst>
            <pc:docMk/>
            <pc:sldMk cId="808600520" sldId="267"/>
            <ac:spMk id="41" creationId="{6DBDF659-72AB-7845-0133-10A77D1D20AF}"/>
          </ac:spMkLst>
        </pc:spChg>
        <pc:spChg chg="add mod">
          <ac:chgData name="Mattia Galesi" userId="e03be2d2-92f4-4311-8895-d5a83f26ec61" providerId="ADAL" clId="{73F960C3-F7AC-4BAD-9E84-AA6F9A8CFD63}" dt="2025-12-09T16:43:19.897" v="1286" actId="1076"/>
          <ac:spMkLst>
            <pc:docMk/>
            <pc:sldMk cId="808600520" sldId="267"/>
            <ac:spMk id="60" creationId="{1255E876-F401-D56E-BF14-75D07C7CA676}"/>
          </ac:spMkLst>
        </pc:spChg>
        <pc:cxnChg chg="add mod">
          <ac:chgData name="Mattia Galesi" userId="e03be2d2-92f4-4311-8895-d5a83f26ec61" providerId="ADAL" clId="{73F960C3-F7AC-4BAD-9E84-AA6F9A8CFD63}" dt="2025-12-09T16:41:57.237" v="1269" actId="1076"/>
          <ac:cxnSpMkLst>
            <pc:docMk/>
            <pc:sldMk cId="808600520" sldId="267"/>
            <ac:cxnSpMk id="37" creationId="{67282B3C-A5E7-2998-E03C-CC157455080F}"/>
          </ac:cxnSpMkLst>
        </pc:cxnChg>
        <pc:cxnChg chg="add mod">
          <ac:chgData name="Mattia Galesi" userId="e03be2d2-92f4-4311-8895-d5a83f26ec61" providerId="ADAL" clId="{73F960C3-F7AC-4BAD-9E84-AA6F9A8CFD63}" dt="2025-12-09T16:41:57.237" v="1269" actId="1076"/>
          <ac:cxnSpMkLst>
            <pc:docMk/>
            <pc:sldMk cId="808600520" sldId="267"/>
            <ac:cxnSpMk id="38" creationId="{1760E7BE-DC39-B7F3-36D4-135EBFFE8FB5}"/>
          </ac:cxnSpMkLst>
        </pc:cxnChg>
      </pc:sldChg>
      <pc:sldChg chg="add">
        <pc:chgData name="Mattia Galesi" userId="e03be2d2-92f4-4311-8895-d5a83f26ec61" providerId="ADAL" clId="{73F960C3-F7AC-4BAD-9E84-AA6F9A8CFD63}" dt="2025-12-09T15:03:27.753" v="23" actId="2890"/>
        <pc:sldMkLst>
          <pc:docMk/>
          <pc:sldMk cId="935622070" sldId="268"/>
        </pc:sldMkLst>
      </pc:sldChg>
      <pc:sldChg chg="add">
        <pc:chgData name="Mattia Galesi" userId="e03be2d2-92f4-4311-8895-d5a83f26ec61" providerId="ADAL" clId="{73F960C3-F7AC-4BAD-9E84-AA6F9A8CFD63}" dt="2025-12-09T15:03:30.935" v="24" actId="2890"/>
        <pc:sldMkLst>
          <pc:docMk/>
          <pc:sldMk cId="684853757" sldId="269"/>
        </pc:sldMkLst>
      </pc:sldChg>
      <pc:sldChg chg="add">
        <pc:chgData name="Mattia Galesi" userId="e03be2d2-92f4-4311-8895-d5a83f26ec61" providerId="ADAL" clId="{73F960C3-F7AC-4BAD-9E84-AA6F9A8CFD63}" dt="2025-12-09T15:03:33.264" v="25" actId="2890"/>
        <pc:sldMkLst>
          <pc:docMk/>
          <pc:sldMk cId="1420681409" sldId="270"/>
        </pc:sldMkLst>
      </pc:sldChg>
      <pc:sldChg chg="add">
        <pc:chgData name="Mattia Galesi" userId="e03be2d2-92f4-4311-8895-d5a83f26ec61" providerId="ADAL" clId="{73F960C3-F7AC-4BAD-9E84-AA6F9A8CFD63}" dt="2025-12-09T15:03:37.334" v="26" actId="2890"/>
        <pc:sldMkLst>
          <pc:docMk/>
          <pc:sldMk cId="3659132023" sldId="271"/>
        </pc:sldMkLst>
      </pc:sldChg>
      <pc:sldChg chg="addSp delSp modSp add mod setBg">
        <pc:chgData name="Mattia Galesi" userId="e03be2d2-92f4-4311-8895-d5a83f26ec61" providerId="ADAL" clId="{73F960C3-F7AC-4BAD-9E84-AA6F9A8CFD63}" dt="2025-12-09T18:14:16.457" v="4034" actId="1076"/>
        <pc:sldMkLst>
          <pc:docMk/>
          <pc:sldMk cId="1269254075" sldId="272"/>
        </pc:sldMkLst>
        <pc:spChg chg="add mod">
          <ac:chgData name="Mattia Galesi" userId="e03be2d2-92f4-4311-8895-d5a83f26ec61" providerId="ADAL" clId="{73F960C3-F7AC-4BAD-9E84-AA6F9A8CFD63}" dt="2025-12-09T18:02:31.995" v="3380" actId="20577"/>
          <ac:spMkLst>
            <pc:docMk/>
            <pc:sldMk cId="1269254075" sldId="272"/>
            <ac:spMk id="2" creationId="{8C9F0CE2-AD78-7862-8762-5FFB9843D628}"/>
          </ac:spMkLst>
        </pc:spChg>
        <pc:spChg chg="add mod">
          <ac:chgData name="Mattia Galesi" userId="e03be2d2-92f4-4311-8895-d5a83f26ec61" providerId="ADAL" clId="{73F960C3-F7AC-4BAD-9E84-AA6F9A8CFD63}" dt="2025-12-09T18:13:46.833" v="4023" actId="1076"/>
          <ac:spMkLst>
            <pc:docMk/>
            <pc:sldMk cId="1269254075" sldId="272"/>
            <ac:spMk id="3" creationId="{0728F6A0-CA47-7480-3AAC-6C67D62194D5}"/>
          </ac:spMkLst>
        </pc:spChg>
        <pc:picChg chg="add mod">
          <ac:chgData name="Mattia Galesi" userId="e03be2d2-92f4-4311-8895-d5a83f26ec61" providerId="ADAL" clId="{73F960C3-F7AC-4BAD-9E84-AA6F9A8CFD63}" dt="2025-12-09T18:14:16.457" v="4034" actId="1076"/>
          <ac:picMkLst>
            <pc:docMk/>
            <pc:sldMk cId="1269254075" sldId="272"/>
            <ac:picMk id="13" creationId="{76BFA196-1B11-63C3-08C0-13FC41751979}"/>
          </ac:picMkLst>
        </pc:picChg>
      </pc:sldChg>
      <pc:sldChg chg="addSp delSp modSp add mod setBg">
        <pc:chgData name="Mattia Galesi" userId="e03be2d2-92f4-4311-8895-d5a83f26ec61" providerId="ADAL" clId="{73F960C3-F7AC-4BAD-9E84-AA6F9A8CFD63}" dt="2025-12-09T17:30:53.782" v="2663" actId="1076"/>
        <pc:sldMkLst>
          <pc:docMk/>
          <pc:sldMk cId="4259385440" sldId="273"/>
        </pc:sldMkLst>
        <pc:spChg chg="add mod">
          <ac:chgData name="Mattia Galesi" userId="e03be2d2-92f4-4311-8895-d5a83f26ec61" providerId="ADAL" clId="{73F960C3-F7AC-4BAD-9E84-AA6F9A8CFD63}" dt="2025-12-09T17:25:59.329" v="2500" actId="20577"/>
          <ac:spMkLst>
            <pc:docMk/>
            <pc:sldMk cId="4259385440" sldId="273"/>
            <ac:spMk id="2" creationId="{DC190747-384E-B5FF-5A1A-781A38FFDE9C}"/>
          </ac:spMkLst>
        </pc:spChg>
        <pc:spChg chg="add mod">
          <ac:chgData name="Mattia Galesi" userId="e03be2d2-92f4-4311-8895-d5a83f26ec61" providerId="ADAL" clId="{73F960C3-F7AC-4BAD-9E84-AA6F9A8CFD63}" dt="2025-12-09T17:29:36.034" v="2649" actId="1076"/>
          <ac:spMkLst>
            <pc:docMk/>
            <pc:sldMk cId="4259385440" sldId="273"/>
            <ac:spMk id="13" creationId="{06BBB280-3F0F-851B-E538-9EEE1F27A069}"/>
          </ac:spMkLst>
        </pc:spChg>
        <pc:picChg chg="add mod">
          <ac:chgData name="Mattia Galesi" userId="e03be2d2-92f4-4311-8895-d5a83f26ec61" providerId="ADAL" clId="{73F960C3-F7AC-4BAD-9E84-AA6F9A8CFD63}" dt="2025-12-09T17:30:53.782" v="2663" actId="1076"/>
          <ac:picMkLst>
            <pc:docMk/>
            <pc:sldMk cId="4259385440" sldId="273"/>
            <ac:picMk id="15" creationId="{7A54A262-5165-052D-1F1C-147DBE3F3578}"/>
          </ac:picMkLst>
        </pc:picChg>
        <pc:picChg chg="add mod">
          <ac:chgData name="Mattia Galesi" userId="e03be2d2-92f4-4311-8895-d5a83f26ec61" providerId="ADAL" clId="{73F960C3-F7AC-4BAD-9E84-AA6F9A8CFD63}" dt="2025-12-09T17:30:51.091" v="2662" actId="1076"/>
          <ac:picMkLst>
            <pc:docMk/>
            <pc:sldMk cId="4259385440" sldId="273"/>
            <ac:picMk id="17" creationId="{2BB09CCD-DCE9-3FFA-1F42-9C1ED863F728}"/>
          </ac:picMkLst>
        </pc:picChg>
      </pc:sldChg>
      <pc:sldChg chg="addSp delSp modSp add mod setBg">
        <pc:chgData name="Mattia Galesi" userId="e03be2d2-92f4-4311-8895-d5a83f26ec61" providerId="ADAL" clId="{73F960C3-F7AC-4BAD-9E84-AA6F9A8CFD63}" dt="2025-12-09T17:06:36.339" v="1925" actId="1076"/>
        <pc:sldMkLst>
          <pc:docMk/>
          <pc:sldMk cId="3184826080" sldId="274"/>
        </pc:sldMkLst>
        <pc:spChg chg="add mod">
          <ac:chgData name="Mattia Galesi" userId="e03be2d2-92f4-4311-8895-d5a83f26ec61" providerId="ADAL" clId="{73F960C3-F7AC-4BAD-9E84-AA6F9A8CFD63}" dt="2025-12-09T16:56:36.153" v="1589" actId="20577"/>
          <ac:spMkLst>
            <pc:docMk/>
            <pc:sldMk cId="3184826080" sldId="274"/>
            <ac:spMk id="2" creationId="{A944AD58-AB62-46F6-79E2-93B59653CBB6}"/>
          </ac:spMkLst>
        </pc:spChg>
        <pc:spChg chg="add mod">
          <ac:chgData name="Mattia Galesi" userId="e03be2d2-92f4-4311-8895-d5a83f26ec61" providerId="ADAL" clId="{73F960C3-F7AC-4BAD-9E84-AA6F9A8CFD63}" dt="2025-12-09T17:04:13.892" v="1818" actId="123"/>
          <ac:spMkLst>
            <pc:docMk/>
            <pc:sldMk cId="3184826080" sldId="274"/>
            <ac:spMk id="10" creationId="{D085B80A-E5AF-8B8F-55E0-6D93409E7003}"/>
          </ac:spMkLst>
        </pc:spChg>
        <pc:spChg chg="add mod">
          <ac:chgData name="Mattia Galesi" userId="e03be2d2-92f4-4311-8895-d5a83f26ec61" providerId="ADAL" clId="{73F960C3-F7AC-4BAD-9E84-AA6F9A8CFD63}" dt="2025-12-09T17:06:34.403" v="1924" actId="1076"/>
          <ac:spMkLst>
            <pc:docMk/>
            <pc:sldMk cId="3184826080" sldId="274"/>
            <ac:spMk id="15" creationId="{99652306-FD7C-C4E1-F2D3-7662CFBF7C40}"/>
          </ac:spMkLst>
        </pc:spChg>
        <pc:spChg chg="add mod">
          <ac:chgData name="Mattia Galesi" userId="e03be2d2-92f4-4311-8895-d5a83f26ec61" providerId="ADAL" clId="{73F960C3-F7AC-4BAD-9E84-AA6F9A8CFD63}" dt="2025-12-09T17:06:36.339" v="1925" actId="1076"/>
          <ac:spMkLst>
            <pc:docMk/>
            <pc:sldMk cId="3184826080" sldId="274"/>
            <ac:spMk id="16" creationId="{B21844C1-F687-C678-C3F8-CB7F61FD750E}"/>
          </ac:spMkLst>
        </pc:spChg>
        <pc:picChg chg="add mod">
          <ac:chgData name="Mattia Galesi" userId="e03be2d2-92f4-4311-8895-d5a83f26ec61" providerId="ADAL" clId="{73F960C3-F7AC-4BAD-9E84-AA6F9A8CFD63}" dt="2025-12-09T17:03:32.111" v="1810" actId="1076"/>
          <ac:picMkLst>
            <pc:docMk/>
            <pc:sldMk cId="3184826080" sldId="274"/>
            <ac:picMk id="12" creationId="{942EF86E-DFEC-7860-5F2F-F8538249F5EA}"/>
          </ac:picMkLst>
        </pc:picChg>
        <pc:picChg chg="add mod">
          <ac:chgData name="Mattia Galesi" userId="e03be2d2-92f4-4311-8895-d5a83f26ec61" providerId="ADAL" clId="{73F960C3-F7AC-4BAD-9E84-AA6F9A8CFD63}" dt="2025-12-09T17:04:20.761" v="1820" actId="1076"/>
          <ac:picMkLst>
            <pc:docMk/>
            <pc:sldMk cId="3184826080" sldId="274"/>
            <ac:picMk id="14" creationId="{DAB60A9D-77F5-6F1D-0AEC-78D5EB3A7089}"/>
          </ac:picMkLst>
        </pc:picChg>
      </pc:sldChg>
      <pc:sldChg chg="addSp delSp modSp add mod setBg">
        <pc:chgData name="Mattia Galesi" userId="e03be2d2-92f4-4311-8895-d5a83f26ec61" providerId="ADAL" clId="{73F960C3-F7AC-4BAD-9E84-AA6F9A8CFD63}" dt="2025-12-09T16:54:24.123" v="1557" actId="1076"/>
        <pc:sldMkLst>
          <pc:docMk/>
          <pc:sldMk cId="2835672885" sldId="275"/>
        </pc:sldMkLst>
        <pc:spChg chg="add mod">
          <ac:chgData name="Mattia Galesi" userId="e03be2d2-92f4-4311-8895-d5a83f26ec61" providerId="ADAL" clId="{73F960C3-F7AC-4BAD-9E84-AA6F9A8CFD63}" dt="2025-12-09T16:46:08.295" v="1297" actId="14100"/>
          <ac:spMkLst>
            <pc:docMk/>
            <pc:sldMk cId="2835672885" sldId="275"/>
            <ac:spMk id="2" creationId="{A16C494A-FE8D-4A26-0CE0-9CC592A284E4}"/>
          </ac:spMkLst>
        </pc:spChg>
        <pc:spChg chg="add mod">
          <ac:chgData name="Mattia Galesi" userId="e03be2d2-92f4-4311-8895-d5a83f26ec61" providerId="ADAL" clId="{73F960C3-F7AC-4BAD-9E84-AA6F9A8CFD63}" dt="2025-12-09T16:54:16.707" v="1555" actId="1036"/>
          <ac:spMkLst>
            <pc:docMk/>
            <pc:sldMk cId="2835672885" sldId="275"/>
            <ac:spMk id="18" creationId="{BCA3A085-C665-FD60-D191-244FD251573F}"/>
          </ac:spMkLst>
        </pc:spChg>
        <pc:spChg chg="add mod">
          <ac:chgData name="Mattia Galesi" userId="e03be2d2-92f4-4311-8895-d5a83f26ec61" providerId="ADAL" clId="{73F960C3-F7AC-4BAD-9E84-AA6F9A8CFD63}" dt="2025-12-09T16:54:16.707" v="1555" actId="1036"/>
          <ac:spMkLst>
            <pc:docMk/>
            <pc:sldMk cId="2835672885" sldId="275"/>
            <ac:spMk id="19" creationId="{9C392CD6-E8DA-3AE4-A302-2440AD7567A2}"/>
          </ac:spMkLst>
        </pc:spChg>
        <pc:picChg chg="add mod">
          <ac:chgData name="Mattia Galesi" userId="e03be2d2-92f4-4311-8895-d5a83f26ec61" providerId="ADAL" clId="{73F960C3-F7AC-4BAD-9E84-AA6F9A8CFD63}" dt="2025-12-09T16:54:22.358" v="1556" actId="1076"/>
          <ac:picMkLst>
            <pc:docMk/>
            <pc:sldMk cId="2835672885" sldId="275"/>
            <ac:picMk id="11" creationId="{586B9BF1-718C-7343-FE11-C50A3C7E1697}"/>
          </ac:picMkLst>
        </pc:picChg>
        <pc:picChg chg="add mod">
          <ac:chgData name="Mattia Galesi" userId="e03be2d2-92f4-4311-8895-d5a83f26ec61" providerId="ADAL" clId="{73F960C3-F7AC-4BAD-9E84-AA6F9A8CFD63}" dt="2025-12-09T16:54:24.123" v="1557" actId="1076"/>
          <ac:picMkLst>
            <pc:docMk/>
            <pc:sldMk cId="2835672885" sldId="275"/>
            <ac:picMk id="13" creationId="{47A1F0C4-A378-333B-D6CC-D71CF3BC9915}"/>
          </ac:picMkLst>
        </pc:picChg>
        <pc:picChg chg="add mod">
          <ac:chgData name="Mattia Galesi" userId="e03be2d2-92f4-4311-8895-d5a83f26ec61" providerId="ADAL" clId="{73F960C3-F7AC-4BAD-9E84-AA6F9A8CFD63}" dt="2025-12-09T16:54:16.707" v="1555" actId="1036"/>
          <ac:picMkLst>
            <pc:docMk/>
            <pc:sldMk cId="2835672885" sldId="275"/>
            <ac:picMk id="15" creationId="{E1FD348A-572A-7D72-5AB0-8F3628082067}"/>
          </ac:picMkLst>
        </pc:picChg>
        <pc:picChg chg="add mod">
          <ac:chgData name="Mattia Galesi" userId="e03be2d2-92f4-4311-8895-d5a83f26ec61" providerId="ADAL" clId="{73F960C3-F7AC-4BAD-9E84-AA6F9A8CFD63}" dt="2025-12-09T16:54:16.707" v="1555" actId="1036"/>
          <ac:picMkLst>
            <pc:docMk/>
            <pc:sldMk cId="2835672885" sldId="275"/>
            <ac:picMk id="17" creationId="{CD5DBCCF-8B73-4779-C653-5CAF983CA73B}"/>
          </ac:picMkLst>
        </pc:picChg>
      </pc:sldChg>
      <pc:sldChg chg="addSp delSp modSp add mod setBg">
        <pc:chgData name="Mattia Galesi" userId="e03be2d2-92f4-4311-8895-d5a83f26ec61" providerId="ADAL" clId="{73F960C3-F7AC-4BAD-9E84-AA6F9A8CFD63}" dt="2025-12-09T17:33:28.405" v="2692"/>
        <pc:sldMkLst>
          <pc:docMk/>
          <pc:sldMk cId="2098645471" sldId="276"/>
        </pc:sldMkLst>
        <pc:spChg chg="add mod">
          <ac:chgData name="Mattia Galesi" userId="e03be2d2-92f4-4311-8895-d5a83f26ec61" providerId="ADAL" clId="{73F960C3-F7AC-4BAD-9E84-AA6F9A8CFD63}" dt="2025-12-09T17:31:22.564" v="2665"/>
          <ac:spMkLst>
            <pc:docMk/>
            <pc:sldMk cId="2098645471" sldId="276"/>
            <ac:spMk id="3" creationId="{22B12B96-54DA-3CA9-EFF2-68A65924919C}"/>
          </ac:spMkLst>
        </pc:spChg>
        <pc:picChg chg="add mod">
          <ac:chgData name="Mattia Galesi" userId="e03be2d2-92f4-4311-8895-d5a83f26ec61" providerId="ADAL" clId="{73F960C3-F7AC-4BAD-9E84-AA6F9A8CFD63}" dt="2025-12-09T17:32:05.179" v="2675" actId="1076"/>
          <ac:picMkLst>
            <pc:docMk/>
            <pc:sldMk cId="2098645471" sldId="276"/>
            <ac:picMk id="16" creationId="{9FE8D4E5-9497-ED0E-9BA7-A78C83F9DFA8}"/>
          </ac:picMkLst>
        </pc:picChg>
        <pc:picChg chg="add mod">
          <ac:chgData name="Mattia Galesi" userId="e03be2d2-92f4-4311-8895-d5a83f26ec61" providerId="ADAL" clId="{73F960C3-F7AC-4BAD-9E84-AA6F9A8CFD63}" dt="2025-12-09T17:32:29.741" v="2683" actId="1076"/>
          <ac:picMkLst>
            <pc:docMk/>
            <pc:sldMk cId="2098645471" sldId="276"/>
            <ac:picMk id="19" creationId="{CB77B881-AC1D-4FC1-EB0F-1868B311548D}"/>
          </ac:picMkLst>
        </pc:picChg>
      </pc:sldChg>
      <pc:sldChg chg="addSp delSp modSp add mod setBg">
        <pc:chgData name="Mattia Galesi" userId="e03be2d2-92f4-4311-8895-d5a83f26ec61" providerId="ADAL" clId="{73F960C3-F7AC-4BAD-9E84-AA6F9A8CFD63}" dt="2025-12-09T17:24:40.030" v="2400" actId="1076"/>
        <pc:sldMkLst>
          <pc:docMk/>
          <pc:sldMk cId="3776868186" sldId="277"/>
        </pc:sldMkLst>
        <pc:spChg chg="add mod">
          <ac:chgData name="Mattia Galesi" userId="e03be2d2-92f4-4311-8895-d5a83f26ec61" providerId="ADAL" clId="{73F960C3-F7AC-4BAD-9E84-AA6F9A8CFD63}" dt="2025-12-09T17:16:01.048" v="2205" actId="14100"/>
          <ac:spMkLst>
            <pc:docMk/>
            <pc:sldMk cId="3776868186" sldId="277"/>
            <ac:spMk id="2" creationId="{28FB9E0E-1B22-5522-98F7-47C507DBDE10}"/>
          </ac:spMkLst>
        </pc:spChg>
        <pc:spChg chg="add mod">
          <ac:chgData name="Mattia Galesi" userId="e03be2d2-92f4-4311-8895-d5a83f26ec61" providerId="ADAL" clId="{73F960C3-F7AC-4BAD-9E84-AA6F9A8CFD63}" dt="2025-12-09T17:24:23.284" v="2395" actId="1076"/>
          <ac:spMkLst>
            <pc:docMk/>
            <pc:sldMk cId="3776868186" sldId="277"/>
            <ac:spMk id="12" creationId="{DD2FC85A-6004-7D7D-BE02-857953669521}"/>
          </ac:spMkLst>
        </pc:spChg>
        <pc:spChg chg="add mod">
          <ac:chgData name="Mattia Galesi" userId="e03be2d2-92f4-4311-8895-d5a83f26ec61" providerId="ADAL" clId="{73F960C3-F7AC-4BAD-9E84-AA6F9A8CFD63}" dt="2025-12-09T17:24:23.284" v="2395" actId="1076"/>
          <ac:spMkLst>
            <pc:docMk/>
            <pc:sldMk cId="3776868186" sldId="277"/>
            <ac:spMk id="13" creationId="{B499CBDE-F725-4299-A1B6-8F4292FF51B7}"/>
          </ac:spMkLst>
        </pc:spChg>
        <pc:spChg chg="add mod">
          <ac:chgData name="Mattia Galesi" userId="e03be2d2-92f4-4311-8895-d5a83f26ec61" providerId="ADAL" clId="{73F960C3-F7AC-4BAD-9E84-AA6F9A8CFD63}" dt="2025-12-09T17:24:23.284" v="2395" actId="1076"/>
          <ac:spMkLst>
            <pc:docMk/>
            <pc:sldMk cId="3776868186" sldId="277"/>
            <ac:spMk id="14" creationId="{F1AA34C7-6754-EC5D-4D77-BE848EAF4912}"/>
          </ac:spMkLst>
        </pc:spChg>
        <pc:picChg chg="add mod">
          <ac:chgData name="Mattia Galesi" userId="e03be2d2-92f4-4311-8895-d5a83f26ec61" providerId="ADAL" clId="{73F960C3-F7AC-4BAD-9E84-AA6F9A8CFD63}" dt="2025-12-09T17:24:23.284" v="2395" actId="1076"/>
          <ac:picMkLst>
            <pc:docMk/>
            <pc:sldMk cId="3776868186" sldId="277"/>
            <ac:picMk id="6" creationId="{3433D39B-967E-F3C1-D8FF-BAC86CBDC9F8}"/>
          </ac:picMkLst>
        </pc:picChg>
        <pc:picChg chg="add mod">
          <ac:chgData name="Mattia Galesi" userId="e03be2d2-92f4-4311-8895-d5a83f26ec61" providerId="ADAL" clId="{73F960C3-F7AC-4BAD-9E84-AA6F9A8CFD63}" dt="2025-12-09T17:24:40.030" v="2400" actId="1076"/>
          <ac:picMkLst>
            <pc:docMk/>
            <pc:sldMk cId="3776868186" sldId="277"/>
            <ac:picMk id="16" creationId="{7A6AFC6C-F567-5CAD-5FE6-76D8C4B903CB}"/>
          </ac:picMkLst>
        </pc:picChg>
      </pc:sldChg>
      <pc:sldChg chg="addSp delSp modSp add mod ord setBg">
        <pc:chgData name="Mattia Galesi" userId="e03be2d2-92f4-4311-8895-d5a83f26ec61" providerId="ADAL" clId="{73F960C3-F7AC-4BAD-9E84-AA6F9A8CFD63}" dt="2025-12-16T18:11:25.672" v="4036"/>
        <pc:sldMkLst>
          <pc:docMk/>
          <pc:sldMk cId="883361051" sldId="279"/>
        </pc:sldMkLst>
        <pc:spChg chg="mod">
          <ac:chgData name="Mattia Galesi" userId="e03be2d2-92f4-4311-8895-d5a83f26ec61" providerId="ADAL" clId="{73F960C3-F7AC-4BAD-9E84-AA6F9A8CFD63}" dt="2025-12-09T17:35:51.667" v="2728" actId="20577"/>
          <ac:spMkLst>
            <pc:docMk/>
            <pc:sldMk cId="883361051" sldId="279"/>
            <ac:spMk id="3" creationId="{02EBCA00-0A67-95D1-2463-26711F03867B}"/>
          </ac:spMkLst>
        </pc:spChg>
        <pc:spChg chg="add mod">
          <ac:chgData name="Mattia Galesi" userId="e03be2d2-92f4-4311-8895-d5a83f26ec61" providerId="ADAL" clId="{73F960C3-F7AC-4BAD-9E84-AA6F9A8CFD63}" dt="2025-12-09T17:37:17.402" v="2843" actId="1076"/>
          <ac:spMkLst>
            <pc:docMk/>
            <pc:sldMk cId="883361051" sldId="279"/>
            <ac:spMk id="15" creationId="{2F17F8ED-DA78-C19A-F2B0-019B8B9E2D49}"/>
          </ac:spMkLst>
        </pc:spChg>
        <pc:spChg chg="add mod">
          <ac:chgData name="Mattia Galesi" userId="e03be2d2-92f4-4311-8895-d5a83f26ec61" providerId="ADAL" clId="{73F960C3-F7AC-4BAD-9E84-AA6F9A8CFD63}" dt="2025-12-09T17:38:53.797" v="2944" actId="14100"/>
          <ac:spMkLst>
            <pc:docMk/>
            <pc:sldMk cId="883361051" sldId="279"/>
            <ac:spMk id="17" creationId="{E300D21E-5635-8513-A923-2987638E87FD}"/>
          </ac:spMkLst>
        </pc:spChg>
        <pc:spChg chg="add mod">
          <ac:chgData name="Mattia Galesi" userId="e03be2d2-92f4-4311-8895-d5a83f26ec61" providerId="ADAL" clId="{73F960C3-F7AC-4BAD-9E84-AA6F9A8CFD63}" dt="2025-12-09T17:38:46.921" v="2942" actId="1076"/>
          <ac:spMkLst>
            <pc:docMk/>
            <pc:sldMk cId="883361051" sldId="279"/>
            <ac:spMk id="18" creationId="{F64ADEAF-4DC8-C4C1-18DB-5427466F63DE}"/>
          </ac:spMkLst>
        </pc:spChg>
        <pc:spChg chg="add mod">
          <ac:chgData name="Mattia Galesi" userId="e03be2d2-92f4-4311-8895-d5a83f26ec61" providerId="ADAL" clId="{73F960C3-F7AC-4BAD-9E84-AA6F9A8CFD63}" dt="2025-12-09T17:53:24.170" v="3311" actId="164"/>
          <ac:spMkLst>
            <pc:docMk/>
            <pc:sldMk cId="883361051" sldId="279"/>
            <ac:spMk id="22" creationId="{CDCCC176-6E88-F3DA-ADB7-2E5A7A89DD5D}"/>
          </ac:spMkLst>
        </pc:spChg>
        <pc:spChg chg="add mod">
          <ac:chgData name="Mattia Galesi" userId="e03be2d2-92f4-4311-8895-d5a83f26ec61" providerId="ADAL" clId="{73F960C3-F7AC-4BAD-9E84-AA6F9A8CFD63}" dt="2025-12-09T17:53:59.808" v="3317" actId="1076"/>
          <ac:spMkLst>
            <pc:docMk/>
            <pc:sldMk cId="883361051" sldId="279"/>
            <ac:spMk id="23" creationId="{B346FF4C-BF31-5D2F-A4DB-271AF243594A}"/>
          </ac:spMkLst>
        </pc:spChg>
        <pc:spChg chg="add mod">
          <ac:chgData name="Mattia Galesi" userId="e03be2d2-92f4-4311-8895-d5a83f26ec61" providerId="ADAL" clId="{73F960C3-F7AC-4BAD-9E84-AA6F9A8CFD63}" dt="2025-12-09T17:53:24.170" v="3311" actId="164"/>
          <ac:spMkLst>
            <pc:docMk/>
            <pc:sldMk cId="883361051" sldId="279"/>
            <ac:spMk id="24" creationId="{38B76503-F7ED-1014-4E2F-3D591E772C5D}"/>
          </ac:spMkLst>
        </pc:spChg>
        <pc:spChg chg="add mod">
          <ac:chgData name="Mattia Galesi" userId="e03be2d2-92f4-4311-8895-d5a83f26ec61" providerId="ADAL" clId="{73F960C3-F7AC-4BAD-9E84-AA6F9A8CFD63}" dt="2025-12-09T17:53:24.170" v="3311" actId="164"/>
          <ac:spMkLst>
            <pc:docMk/>
            <pc:sldMk cId="883361051" sldId="279"/>
            <ac:spMk id="26" creationId="{21607784-86CF-E612-4D65-440671FA68BA}"/>
          </ac:spMkLst>
        </pc:spChg>
        <pc:spChg chg="add mod">
          <ac:chgData name="Mattia Galesi" userId="e03be2d2-92f4-4311-8895-d5a83f26ec61" providerId="ADAL" clId="{73F960C3-F7AC-4BAD-9E84-AA6F9A8CFD63}" dt="2025-12-09T17:53:24.170" v="3311" actId="164"/>
          <ac:spMkLst>
            <pc:docMk/>
            <pc:sldMk cId="883361051" sldId="279"/>
            <ac:spMk id="27" creationId="{C4BFC1EA-A71B-F404-CDB1-2B09A21DC474}"/>
          </ac:spMkLst>
        </pc:spChg>
        <pc:spChg chg="add mod">
          <ac:chgData name="Mattia Galesi" userId="e03be2d2-92f4-4311-8895-d5a83f26ec61" providerId="ADAL" clId="{73F960C3-F7AC-4BAD-9E84-AA6F9A8CFD63}" dt="2025-12-09T17:53:39.601" v="3315" actId="1076"/>
          <ac:spMkLst>
            <pc:docMk/>
            <pc:sldMk cId="883361051" sldId="279"/>
            <ac:spMk id="29" creationId="{E55138CF-53D3-0ACF-02A4-38656C5643FF}"/>
          </ac:spMkLst>
        </pc:spChg>
        <pc:spChg chg="add mod">
          <ac:chgData name="Mattia Galesi" userId="e03be2d2-92f4-4311-8895-d5a83f26ec61" providerId="ADAL" clId="{73F960C3-F7AC-4BAD-9E84-AA6F9A8CFD63}" dt="2025-12-09T17:53:24.170" v="3311" actId="164"/>
          <ac:spMkLst>
            <pc:docMk/>
            <pc:sldMk cId="883361051" sldId="279"/>
            <ac:spMk id="30" creationId="{CEE36CA7-7161-D685-4F15-B2D1EAD98D85}"/>
          </ac:spMkLst>
        </pc:spChg>
        <pc:spChg chg="add mod">
          <ac:chgData name="Mattia Galesi" userId="e03be2d2-92f4-4311-8895-d5a83f26ec61" providerId="ADAL" clId="{73F960C3-F7AC-4BAD-9E84-AA6F9A8CFD63}" dt="2025-12-09T17:53:24.170" v="3311" actId="164"/>
          <ac:spMkLst>
            <pc:docMk/>
            <pc:sldMk cId="883361051" sldId="279"/>
            <ac:spMk id="32" creationId="{F64781CF-DD07-FE92-DA24-2EB7739F9BD3}"/>
          </ac:spMkLst>
        </pc:spChg>
        <pc:spChg chg="add mod">
          <ac:chgData name="Mattia Galesi" userId="e03be2d2-92f4-4311-8895-d5a83f26ec61" providerId="ADAL" clId="{73F960C3-F7AC-4BAD-9E84-AA6F9A8CFD63}" dt="2025-12-09T17:53:24.170" v="3311" actId="164"/>
          <ac:spMkLst>
            <pc:docMk/>
            <pc:sldMk cId="883361051" sldId="279"/>
            <ac:spMk id="33" creationId="{88491FEE-CF92-E228-3BCA-54D3AAAE89BF}"/>
          </ac:spMkLst>
        </pc:spChg>
        <pc:spChg chg="add mod">
          <ac:chgData name="Mattia Galesi" userId="e03be2d2-92f4-4311-8895-d5a83f26ec61" providerId="ADAL" clId="{73F960C3-F7AC-4BAD-9E84-AA6F9A8CFD63}" dt="2025-12-09T17:53:24.170" v="3311" actId="164"/>
          <ac:spMkLst>
            <pc:docMk/>
            <pc:sldMk cId="883361051" sldId="279"/>
            <ac:spMk id="34" creationId="{B2CB705F-81A1-131B-62CF-D62F627B806F}"/>
          </ac:spMkLst>
        </pc:spChg>
        <pc:spChg chg="add mod">
          <ac:chgData name="Mattia Galesi" userId="e03be2d2-92f4-4311-8895-d5a83f26ec61" providerId="ADAL" clId="{73F960C3-F7AC-4BAD-9E84-AA6F9A8CFD63}" dt="2025-12-09T17:51:38.952" v="3257" actId="1076"/>
          <ac:spMkLst>
            <pc:docMk/>
            <pc:sldMk cId="883361051" sldId="279"/>
            <ac:spMk id="35" creationId="{98651389-90CA-E6BB-A7D3-BF0DDD8D420E}"/>
          </ac:spMkLst>
        </pc:spChg>
        <pc:spChg chg="add mod">
          <ac:chgData name="Mattia Galesi" userId="e03be2d2-92f4-4311-8895-d5a83f26ec61" providerId="ADAL" clId="{73F960C3-F7AC-4BAD-9E84-AA6F9A8CFD63}" dt="2025-12-09T17:53:24.170" v="3311" actId="164"/>
          <ac:spMkLst>
            <pc:docMk/>
            <pc:sldMk cId="883361051" sldId="279"/>
            <ac:spMk id="36" creationId="{27DA06D1-D719-5312-A962-C5C4CA27E040}"/>
          </ac:spMkLst>
        </pc:spChg>
        <pc:spChg chg="add mod">
          <ac:chgData name="Mattia Galesi" userId="e03be2d2-92f4-4311-8895-d5a83f26ec61" providerId="ADAL" clId="{73F960C3-F7AC-4BAD-9E84-AA6F9A8CFD63}" dt="2025-12-09T17:52:13.564" v="3280" actId="14100"/>
          <ac:spMkLst>
            <pc:docMk/>
            <pc:sldMk cId="883361051" sldId="279"/>
            <ac:spMk id="37" creationId="{98C49267-5F70-0EB8-0D85-B4EEAC0EAF31}"/>
          </ac:spMkLst>
        </pc:spChg>
        <pc:spChg chg="add mod">
          <ac:chgData name="Mattia Galesi" userId="e03be2d2-92f4-4311-8895-d5a83f26ec61" providerId="ADAL" clId="{73F960C3-F7AC-4BAD-9E84-AA6F9A8CFD63}" dt="2025-12-09T17:53:51.606" v="3316" actId="14100"/>
          <ac:spMkLst>
            <pc:docMk/>
            <pc:sldMk cId="883361051" sldId="279"/>
            <ac:spMk id="38" creationId="{7D8832B0-2257-DEE5-380E-6E5AE4CD327F}"/>
          </ac:spMkLst>
        </pc:spChg>
        <pc:grpChg chg="mod">
          <ac:chgData name="Mattia Galesi" userId="e03be2d2-92f4-4311-8895-d5a83f26ec61" providerId="ADAL" clId="{73F960C3-F7AC-4BAD-9E84-AA6F9A8CFD63}" dt="2025-12-09T17:53:30.443" v="3313" actId="1076"/>
          <ac:grpSpMkLst>
            <pc:docMk/>
            <pc:sldMk cId="883361051" sldId="279"/>
            <ac:grpSpMk id="39" creationId="{DDB9E78A-0D92-111A-54A5-BFF33382D675}"/>
          </ac:grpSpMkLst>
        </pc:grpChg>
      </pc:sldChg>
      <pc:sldChg chg="addSp delSp modSp add mod">
        <pc:chgData name="Mattia Galesi" userId="e03be2d2-92f4-4311-8895-d5a83f26ec61" providerId="ADAL" clId="{73F960C3-F7AC-4BAD-9E84-AA6F9A8CFD63}" dt="2025-12-09T17:58:57.539" v="3365" actId="1076"/>
        <pc:sldMkLst>
          <pc:docMk/>
          <pc:sldMk cId="3804097846" sldId="280"/>
        </pc:sldMkLst>
        <pc:picChg chg="add mod">
          <ac:chgData name="Mattia Galesi" userId="e03be2d2-92f4-4311-8895-d5a83f26ec61" providerId="ADAL" clId="{73F960C3-F7AC-4BAD-9E84-AA6F9A8CFD63}" dt="2025-12-09T17:58:27.005" v="3361" actId="1076"/>
          <ac:picMkLst>
            <pc:docMk/>
            <pc:sldMk cId="3804097846" sldId="280"/>
            <ac:picMk id="11" creationId="{59793607-2540-D5D6-13D6-FE9491B775B7}"/>
          </ac:picMkLst>
        </pc:picChg>
        <pc:picChg chg="add mod">
          <ac:chgData name="Mattia Galesi" userId="e03be2d2-92f4-4311-8895-d5a83f26ec61" providerId="ADAL" clId="{73F960C3-F7AC-4BAD-9E84-AA6F9A8CFD63}" dt="2025-12-09T17:58:22.157" v="3360" actId="1076"/>
          <ac:picMkLst>
            <pc:docMk/>
            <pc:sldMk cId="3804097846" sldId="280"/>
            <ac:picMk id="13" creationId="{D1FD5B02-CE55-3AD2-26FB-04F7E7C787B9}"/>
          </ac:picMkLst>
        </pc:picChg>
        <pc:picChg chg="add mod">
          <ac:chgData name="Mattia Galesi" userId="e03be2d2-92f4-4311-8895-d5a83f26ec61" providerId="ADAL" clId="{73F960C3-F7AC-4BAD-9E84-AA6F9A8CFD63}" dt="2025-12-09T17:58:57.539" v="3365" actId="1076"/>
          <ac:picMkLst>
            <pc:docMk/>
            <pc:sldMk cId="3804097846" sldId="280"/>
            <ac:picMk id="16" creationId="{A8DD1F33-1A7D-F699-C307-739A24FFE186}"/>
          </ac:picMkLst>
        </pc:picChg>
      </pc:sldChg>
    </pc:docChg>
  </pc:docChgLst>
  <pc:docChgLst>
    <pc:chgData name="Elisa Di Lillo" userId="S::10767272@polimi.it::ea10fb95-e052-4b84-b38d-cb86a936e8a0" providerId="AD" clId="Web-{AEFD8FA4-9197-7B53-FBB6-F1975B979F90}"/>
    <pc:docChg chg="modSld">
      <pc:chgData name="Elisa Di Lillo" userId="S::10767272@polimi.it::ea10fb95-e052-4b84-b38d-cb86a936e8a0" providerId="AD" clId="Web-{AEFD8FA4-9197-7B53-FBB6-F1975B979F90}" dt="2025-12-13T10:49:58.414" v="89" actId="20577"/>
      <pc:docMkLst>
        <pc:docMk/>
      </pc:docMkLst>
      <pc:sldChg chg="addSp modSp">
        <pc:chgData name="Elisa Di Lillo" userId="S::10767272@polimi.it::ea10fb95-e052-4b84-b38d-cb86a936e8a0" providerId="AD" clId="Web-{AEFD8FA4-9197-7B53-FBB6-F1975B979F90}" dt="2025-12-13T10:49:58.414" v="89" actId="20577"/>
        <pc:sldMkLst>
          <pc:docMk/>
          <pc:sldMk cId="2446947773" sldId="262"/>
        </pc:sldMkLst>
        <pc:spChg chg="add mod">
          <ac:chgData name="Elisa Di Lillo" userId="S::10767272@polimi.it::ea10fb95-e052-4b84-b38d-cb86a936e8a0" providerId="AD" clId="Web-{AEFD8FA4-9197-7B53-FBB6-F1975B979F90}" dt="2025-12-13T10:49:58.414" v="89" actId="20577"/>
          <ac:spMkLst>
            <pc:docMk/>
            <pc:sldMk cId="2446947773" sldId="262"/>
            <ac:spMk id="6" creationId="{2B1FCEA1-253F-D555-B991-F4657C0EEE4A}"/>
          </ac:spMkLst>
        </pc:spChg>
      </pc:sldChg>
    </pc:docChg>
  </pc:docChgLst>
  <pc:docChgLst>
    <pc:chgData name="Alice Grieco" userId="ef9d35ba-81af-4831-9ea5-c7674959d59c" providerId="ADAL" clId="{2CBE5346-5CB5-4A9F-BF36-DB4FF9B393A9}"/>
    <pc:docChg chg="undo redo custSel addSld delSld modSld sldOrd modMainMaster">
      <pc:chgData name="Alice Grieco" userId="ef9d35ba-81af-4831-9ea5-c7674959d59c" providerId="ADAL" clId="{2CBE5346-5CB5-4A9F-BF36-DB4FF9B393A9}" dt="2025-12-17T15:30:40.079" v="4340" actId="1076"/>
      <pc:docMkLst>
        <pc:docMk/>
      </pc:docMkLst>
      <pc:sldChg chg="addSp delSp modSp mod">
        <pc:chgData name="Alice Grieco" userId="ef9d35ba-81af-4831-9ea5-c7674959d59c" providerId="ADAL" clId="{2CBE5346-5CB5-4A9F-BF36-DB4FF9B393A9}" dt="2025-12-15T11:52:21.963" v="4065"/>
        <pc:sldMkLst>
          <pc:docMk/>
          <pc:sldMk cId="4140029099" sldId="256"/>
        </pc:sldMkLst>
        <pc:spChg chg="add mod">
          <ac:chgData name="Alice Grieco" userId="ef9d35ba-81af-4831-9ea5-c7674959d59c" providerId="ADAL" clId="{2CBE5346-5CB5-4A9F-BF36-DB4FF9B393A9}" dt="2025-12-10T09:34:43.672" v="1147" actId="1076"/>
          <ac:spMkLst>
            <pc:docMk/>
            <pc:sldMk cId="4140029099" sldId="256"/>
            <ac:spMk id="2" creationId="{F2933E27-5935-7628-6F1E-DC9226156E12}"/>
          </ac:spMkLst>
        </pc:spChg>
        <pc:spChg chg="add mod">
          <ac:chgData name="Alice Grieco" userId="ef9d35ba-81af-4831-9ea5-c7674959d59c" providerId="ADAL" clId="{2CBE5346-5CB5-4A9F-BF36-DB4FF9B393A9}" dt="2025-12-15T11:39:08.531" v="4024" actId="2711"/>
          <ac:spMkLst>
            <pc:docMk/>
            <pc:sldMk cId="4140029099" sldId="256"/>
            <ac:spMk id="3" creationId="{3782654C-3CB4-E311-C04E-D55EBF3D97B8}"/>
          </ac:spMkLst>
        </pc:spChg>
        <pc:spChg chg="mod">
          <ac:chgData name="Alice Grieco" userId="ef9d35ba-81af-4831-9ea5-c7674959d59c" providerId="ADAL" clId="{2CBE5346-5CB5-4A9F-BF36-DB4FF9B393A9}" dt="2025-12-15T11:51:15.170" v="4056" actId="14100"/>
          <ac:spMkLst>
            <pc:docMk/>
            <pc:sldMk cId="4140029099" sldId="256"/>
            <ac:spMk id="4" creationId="{1A6EACEA-7DC5-00BD-7F37-85569B015A88}"/>
          </ac:spMkLst>
        </pc:spChg>
        <pc:spChg chg="mod">
          <ac:chgData name="Alice Grieco" userId="ef9d35ba-81af-4831-9ea5-c7674959d59c" providerId="ADAL" clId="{2CBE5346-5CB5-4A9F-BF36-DB4FF9B393A9}" dt="2025-12-10T09:26:48.766" v="1118" actId="14100"/>
          <ac:spMkLst>
            <pc:docMk/>
            <pc:sldMk cId="4140029099" sldId="256"/>
            <ac:spMk id="5" creationId="{6091A3FE-803E-4464-E774-FA67D1E7E801}"/>
          </ac:spMkLst>
        </pc:spChg>
        <pc:spChg chg="mod">
          <ac:chgData name="Alice Grieco" userId="ef9d35ba-81af-4831-9ea5-c7674959d59c" providerId="ADAL" clId="{2CBE5346-5CB5-4A9F-BF36-DB4FF9B393A9}" dt="2025-12-10T09:24:43.451" v="1082" actId="1076"/>
          <ac:spMkLst>
            <pc:docMk/>
            <pc:sldMk cId="4140029099" sldId="256"/>
            <ac:spMk id="6" creationId="{1F93FAD7-EB59-6326-01F3-AA324886C3E2}"/>
          </ac:spMkLst>
        </pc:spChg>
        <pc:spChg chg="mod">
          <ac:chgData name="Alice Grieco" userId="ef9d35ba-81af-4831-9ea5-c7674959d59c" providerId="ADAL" clId="{2CBE5346-5CB5-4A9F-BF36-DB4FF9B393A9}" dt="2025-12-10T09:33:39.285" v="1145" actId="1076"/>
          <ac:spMkLst>
            <pc:docMk/>
            <pc:sldMk cId="4140029099" sldId="256"/>
            <ac:spMk id="8" creationId="{47827FF2-EDC8-98CE-17A2-E7F283130506}"/>
          </ac:spMkLst>
        </pc:spChg>
        <pc:graphicFrameChg chg="mod modGraphic">
          <ac:chgData name="Alice Grieco" userId="ef9d35ba-81af-4831-9ea5-c7674959d59c" providerId="ADAL" clId="{2CBE5346-5CB5-4A9F-BF36-DB4FF9B393A9}" dt="2025-12-11T19:57:47.787" v="2887" actId="1076"/>
          <ac:graphicFrameMkLst>
            <pc:docMk/>
            <pc:sldMk cId="4140029099" sldId="256"/>
            <ac:graphicFrameMk id="7" creationId="{7427A808-5853-9D0F-3766-E051373D1D00}"/>
          </ac:graphicFrameMkLst>
        </pc:graphicFrameChg>
        <pc:picChg chg="add mod">
          <ac:chgData name="Alice Grieco" userId="ef9d35ba-81af-4831-9ea5-c7674959d59c" providerId="ADAL" clId="{2CBE5346-5CB5-4A9F-BF36-DB4FF9B393A9}" dt="2025-12-15T11:52:21.963" v="4065"/>
          <ac:picMkLst>
            <pc:docMk/>
            <pc:sldMk cId="4140029099" sldId="256"/>
            <ac:picMk id="2050" creationId="{6D9896F1-5D7E-ED93-43DA-030DE757C92B}"/>
          </ac:picMkLst>
        </pc:picChg>
      </pc:sldChg>
      <pc:sldChg chg="addSp delSp modSp add mod addAnim delAnim modAnim">
        <pc:chgData name="Alice Grieco" userId="ef9d35ba-81af-4831-9ea5-c7674959d59c" providerId="ADAL" clId="{2CBE5346-5CB5-4A9F-BF36-DB4FF9B393A9}" dt="2025-12-15T11:52:48.671" v="4066"/>
        <pc:sldMkLst>
          <pc:docMk/>
          <pc:sldMk cId="3119953010" sldId="258"/>
        </pc:sldMkLst>
        <pc:spChg chg="add mod">
          <ac:chgData name="Alice Grieco" userId="ef9d35ba-81af-4831-9ea5-c7674959d59c" providerId="ADAL" clId="{2CBE5346-5CB5-4A9F-BF36-DB4FF9B393A9}" dt="2025-12-11T16:40:41.751" v="2468"/>
          <ac:spMkLst>
            <pc:docMk/>
            <pc:sldMk cId="3119953010" sldId="258"/>
            <ac:spMk id="2" creationId="{0A9C4BD5-FE1F-1498-1BB8-98859EBDC994}"/>
          </ac:spMkLst>
        </pc:spChg>
        <pc:spChg chg="mod">
          <ac:chgData name="Alice Grieco" userId="ef9d35ba-81af-4831-9ea5-c7674959d59c" providerId="ADAL" clId="{2CBE5346-5CB5-4A9F-BF36-DB4FF9B393A9}" dt="2025-12-11T16:40:29.772" v="2467" actId="1076"/>
          <ac:spMkLst>
            <pc:docMk/>
            <pc:sldMk cId="3119953010" sldId="258"/>
            <ac:spMk id="4" creationId="{371B6F8E-75BD-2345-C805-4D86F510E940}"/>
          </ac:spMkLst>
        </pc:spChg>
        <pc:spChg chg="mod">
          <ac:chgData name="Alice Grieco" userId="ef9d35ba-81af-4831-9ea5-c7674959d59c" providerId="ADAL" clId="{2CBE5346-5CB5-4A9F-BF36-DB4FF9B393A9}" dt="2025-12-10T09:33:04.585" v="1143" actId="1076"/>
          <ac:spMkLst>
            <pc:docMk/>
            <pc:sldMk cId="3119953010" sldId="258"/>
            <ac:spMk id="5" creationId="{C6795BF5-6AF4-140A-1A36-60920A696C52}"/>
          </ac:spMkLst>
        </pc:spChg>
        <pc:spChg chg="add mod">
          <ac:chgData name="Alice Grieco" userId="ef9d35ba-81af-4831-9ea5-c7674959d59c" providerId="ADAL" clId="{2CBE5346-5CB5-4A9F-BF36-DB4FF9B393A9}" dt="2025-12-08T18:09:32.693" v="559" actId="14100"/>
          <ac:spMkLst>
            <pc:docMk/>
            <pc:sldMk cId="3119953010" sldId="258"/>
            <ac:spMk id="8" creationId="{BFDCDFA5-69F2-6EE0-BF6D-0942BC8ADF18}"/>
          </ac:spMkLst>
        </pc:spChg>
        <pc:spChg chg="add mod">
          <ac:chgData name="Alice Grieco" userId="ef9d35ba-81af-4831-9ea5-c7674959d59c" providerId="ADAL" clId="{2CBE5346-5CB5-4A9F-BF36-DB4FF9B393A9}" dt="2025-12-08T18:09:55.874" v="562" actId="1076"/>
          <ac:spMkLst>
            <pc:docMk/>
            <pc:sldMk cId="3119953010" sldId="258"/>
            <ac:spMk id="9" creationId="{19487358-5D11-E89C-B236-6DABBBBFA21E}"/>
          </ac:spMkLst>
        </pc:spChg>
        <pc:spChg chg="add del mod">
          <ac:chgData name="Alice Grieco" userId="ef9d35ba-81af-4831-9ea5-c7674959d59c" providerId="ADAL" clId="{2CBE5346-5CB5-4A9F-BF36-DB4FF9B393A9}" dt="2025-12-10T11:57:12.650" v="1318" actId="478"/>
          <ac:spMkLst>
            <pc:docMk/>
            <pc:sldMk cId="3119953010" sldId="258"/>
            <ac:spMk id="10" creationId="{1410E834-2577-CD7E-596A-CEFFBD5A3974}"/>
          </ac:spMkLst>
        </pc:spChg>
        <pc:spChg chg="add mod">
          <ac:chgData name="Alice Grieco" userId="ef9d35ba-81af-4831-9ea5-c7674959d59c" providerId="ADAL" clId="{2CBE5346-5CB5-4A9F-BF36-DB4FF9B393A9}" dt="2025-12-08T18:10:18.164" v="565" actId="1076"/>
          <ac:spMkLst>
            <pc:docMk/>
            <pc:sldMk cId="3119953010" sldId="258"/>
            <ac:spMk id="11" creationId="{22C679E8-CA45-1F6A-A1C8-2FDD132FA887}"/>
          </ac:spMkLst>
        </pc:spChg>
        <pc:spChg chg="mod topLvl">
          <ac:chgData name="Alice Grieco" userId="ef9d35ba-81af-4831-9ea5-c7674959d59c" providerId="ADAL" clId="{2CBE5346-5CB5-4A9F-BF36-DB4FF9B393A9}" dt="2025-12-09T14:47:18.363" v="729" actId="20577"/>
          <ac:spMkLst>
            <pc:docMk/>
            <pc:sldMk cId="3119953010" sldId="258"/>
            <ac:spMk id="24" creationId="{2EA6EAC5-0F4D-E05D-0FDE-A5DAC8D45639}"/>
          </ac:spMkLst>
        </pc:spChg>
        <pc:spChg chg="mod">
          <ac:chgData name="Alice Grieco" userId="ef9d35ba-81af-4831-9ea5-c7674959d59c" providerId="ADAL" clId="{2CBE5346-5CB5-4A9F-BF36-DB4FF9B393A9}" dt="2025-12-10T18:29:24.681" v="1634" actId="1076"/>
          <ac:spMkLst>
            <pc:docMk/>
            <pc:sldMk cId="3119953010" sldId="258"/>
            <ac:spMk id="39" creationId="{8C673C44-BE32-1F9F-5762-5EB10C7E30A0}"/>
          </ac:spMkLst>
        </pc:spChg>
        <pc:picChg chg="add del">
          <ac:chgData name="Alice Grieco" userId="ef9d35ba-81af-4831-9ea5-c7674959d59c" providerId="ADAL" clId="{2CBE5346-5CB5-4A9F-BF36-DB4FF9B393A9}" dt="2025-12-10T11:44:45.229" v="1237" actId="27803"/>
          <ac:picMkLst>
            <pc:docMk/>
            <pc:sldMk cId="3119953010" sldId="258"/>
            <ac:picMk id="3" creationId="{0E09F37D-D080-D335-B244-3E8E0C356A9D}"/>
          </ac:picMkLst>
        </pc:picChg>
        <pc:picChg chg="add mod">
          <ac:chgData name="Alice Grieco" userId="ef9d35ba-81af-4831-9ea5-c7674959d59c" providerId="ADAL" clId="{2CBE5346-5CB5-4A9F-BF36-DB4FF9B393A9}" dt="2025-12-15T11:52:48.671" v="4066"/>
          <ac:picMkLst>
            <pc:docMk/>
            <pc:sldMk cId="3119953010" sldId="258"/>
            <ac:picMk id="6" creationId="{7421B389-8AAD-3C28-8AF1-627A237301FA}"/>
          </ac:picMkLst>
        </pc:picChg>
      </pc:sldChg>
      <pc:sldChg chg="addSp delSp modSp mod modTransition">
        <pc:chgData name="Alice Grieco" userId="ef9d35ba-81af-4831-9ea5-c7674959d59c" providerId="ADAL" clId="{2CBE5346-5CB5-4A9F-BF36-DB4FF9B393A9}" dt="2025-12-15T11:53:00.942" v="4068"/>
        <pc:sldMkLst>
          <pc:docMk/>
          <pc:sldMk cId="2471354772" sldId="261"/>
        </pc:sldMkLst>
        <pc:spChg chg="add mod">
          <ac:chgData name="Alice Grieco" userId="ef9d35ba-81af-4831-9ea5-c7674959d59c" providerId="ADAL" clId="{2CBE5346-5CB5-4A9F-BF36-DB4FF9B393A9}" dt="2025-12-11T19:00:10.811" v="2870" actId="14100"/>
          <ac:spMkLst>
            <pc:docMk/>
            <pc:sldMk cId="2471354772" sldId="261"/>
            <ac:spMk id="2" creationId="{CE66FF8A-56B1-1B8C-24DE-B630574A7E36}"/>
          </ac:spMkLst>
        </pc:spChg>
        <pc:spChg chg="mod">
          <ac:chgData name="Alice Grieco" userId="ef9d35ba-81af-4831-9ea5-c7674959d59c" providerId="ADAL" clId="{2CBE5346-5CB5-4A9F-BF36-DB4FF9B393A9}" dt="2025-12-11T15:29:12.256" v="2104" actId="1076"/>
          <ac:spMkLst>
            <pc:docMk/>
            <pc:sldMk cId="2471354772" sldId="261"/>
            <ac:spMk id="4" creationId="{0D417579-FCC1-0B0E-EDD2-ECA4CF60CACE}"/>
          </ac:spMkLst>
        </pc:spChg>
        <pc:spChg chg="add mod">
          <ac:chgData name="Alice Grieco" userId="ef9d35ba-81af-4831-9ea5-c7674959d59c" providerId="ADAL" clId="{2CBE5346-5CB5-4A9F-BF36-DB4FF9B393A9}" dt="2025-12-11T16:40:55.135" v="2470"/>
          <ac:spMkLst>
            <pc:docMk/>
            <pc:sldMk cId="2471354772" sldId="261"/>
            <ac:spMk id="9" creationId="{8B55166A-6285-B3DB-3B74-1D9D79607614}"/>
          </ac:spMkLst>
        </pc:spChg>
        <pc:spChg chg="add mod">
          <ac:chgData name="Alice Grieco" userId="ef9d35ba-81af-4831-9ea5-c7674959d59c" providerId="ADAL" clId="{2CBE5346-5CB5-4A9F-BF36-DB4FF9B393A9}" dt="2025-12-11T16:42:51.911" v="2482"/>
          <ac:spMkLst>
            <pc:docMk/>
            <pc:sldMk cId="2471354772" sldId="261"/>
            <ac:spMk id="10" creationId="{C19BA5DB-095D-2F3B-5A89-632C33F7A835}"/>
          </ac:spMkLst>
        </pc:spChg>
        <pc:spChg chg="mod">
          <ac:chgData name="Alice Grieco" userId="ef9d35ba-81af-4831-9ea5-c7674959d59c" providerId="ADAL" clId="{2CBE5346-5CB5-4A9F-BF36-DB4FF9B393A9}" dt="2025-12-11T15:10:48.043" v="2014" actId="207"/>
          <ac:spMkLst>
            <pc:docMk/>
            <pc:sldMk cId="2471354772" sldId="261"/>
            <ac:spMk id="39" creationId="{BF7817FB-0A85-41B7-3A41-FCB5C55897E6}"/>
          </ac:spMkLst>
        </pc:spChg>
        <pc:picChg chg="add mod modCrop">
          <ac:chgData name="Alice Grieco" userId="ef9d35ba-81af-4831-9ea5-c7674959d59c" providerId="ADAL" clId="{2CBE5346-5CB5-4A9F-BF36-DB4FF9B393A9}" dt="2025-12-14T22:09:00.547" v="3689" actId="1076"/>
          <ac:picMkLst>
            <pc:docMk/>
            <pc:sldMk cId="2471354772" sldId="261"/>
            <ac:picMk id="8" creationId="{6F02FF3E-DB32-999F-63AC-E0998D413BE5}"/>
          </ac:picMkLst>
        </pc:picChg>
        <pc:picChg chg="add mod">
          <ac:chgData name="Alice Grieco" userId="ef9d35ba-81af-4831-9ea5-c7674959d59c" providerId="ADAL" clId="{2CBE5346-5CB5-4A9F-BF36-DB4FF9B393A9}" dt="2025-12-15T11:53:00.942" v="4068"/>
          <ac:picMkLst>
            <pc:docMk/>
            <pc:sldMk cId="2471354772" sldId="261"/>
            <ac:picMk id="11" creationId="{3A963140-3743-E1CB-06CE-245512F7A56B}"/>
          </ac:picMkLst>
        </pc:picChg>
      </pc:sldChg>
      <pc:sldChg chg="addSp delSp modSp mod modTransition">
        <pc:chgData name="Alice Grieco" userId="ef9d35ba-81af-4831-9ea5-c7674959d59c" providerId="ADAL" clId="{2CBE5346-5CB5-4A9F-BF36-DB4FF9B393A9}" dt="2025-12-17T10:27:47.855" v="4291" actId="1076"/>
        <pc:sldMkLst>
          <pc:docMk/>
          <pc:sldMk cId="2446947773" sldId="262"/>
        </pc:sldMkLst>
        <pc:spChg chg="add mod">
          <ac:chgData name="Alice Grieco" userId="ef9d35ba-81af-4831-9ea5-c7674959d59c" providerId="ADAL" clId="{2CBE5346-5CB5-4A9F-BF36-DB4FF9B393A9}" dt="2025-12-11T16:40:59.801" v="2471"/>
          <ac:spMkLst>
            <pc:docMk/>
            <pc:sldMk cId="2446947773" sldId="262"/>
            <ac:spMk id="2" creationId="{BCD9B0C6-A1CE-BD51-520E-34815BC02CE5}"/>
          </ac:spMkLst>
        </pc:spChg>
        <pc:spChg chg="add mod">
          <ac:chgData name="Alice Grieco" userId="ef9d35ba-81af-4831-9ea5-c7674959d59c" providerId="ADAL" clId="{2CBE5346-5CB5-4A9F-BF36-DB4FF9B393A9}" dt="2025-12-11T16:43:01.695" v="2484"/>
          <ac:spMkLst>
            <pc:docMk/>
            <pc:sldMk cId="2446947773" sldId="262"/>
            <ac:spMk id="3" creationId="{A045269E-09A0-B41F-0BB9-1832E8334753}"/>
          </ac:spMkLst>
        </pc:spChg>
        <pc:spChg chg="mod">
          <ac:chgData name="Alice Grieco" userId="ef9d35ba-81af-4831-9ea5-c7674959d59c" providerId="ADAL" clId="{2CBE5346-5CB5-4A9F-BF36-DB4FF9B393A9}" dt="2025-12-17T10:27:47.855" v="4291" actId="1076"/>
          <ac:spMkLst>
            <pc:docMk/>
            <pc:sldMk cId="2446947773" sldId="262"/>
            <ac:spMk id="4" creationId="{7381EEE5-37C5-1087-6877-E84732B01F52}"/>
          </ac:spMkLst>
        </pc:spChg>
        <pc:spChg chg="mod">
          <ac:chgData name="Alice Grieco" userId="ef9d35ba-81af-4831-9ea5-c7674959d59c" providerId="ADAL" clId="{2CBE5346-5CB5-4A9F-BF36-DB4FF9B393A9}" dt="2025-12-17T10:27:18.188" v="4288" actId="20577"/>
          <ac:spMkLst>
            <pc:docMk/>
            <pc:sldMk cId="2446947773" sldId="262"/>
            <ac:spMk id="6" creationId="{2B1FCEA1-253F-D555-B991-F4657C0EEE4A}"/>
          </ac:spMkLst>
        </pc:spChg>
        <pc:spChg chg="mod">
          <ac:chgData name="Alice Grieco" userId="ef9d35ba-81af-4831-9ea5-c7674959d59c" providerId="ADAL" clId="{2CBE5346-5CB5-4A9F-BF36-DB4FF9B393A9}" dt="2025-12-11T20:03:22.162" v="2919" actId="1076"/>
          <ac:spMkLst>
            <pc:docMk/>
            <pc:sldMk cId="2446947773" sldId="262"/>
            <ac:spMk id="39" creationId="{05307B0A-FC2D-AA64-C09C-A23128DABC0A}"/>
          </ac:spMkLst>
        </pc:spChg>
        <pc:picChg chg="add mod">
          <ac:chgData name="Alice Grieco" userId="ef9d35ba-81af-4831-9ea5-c7674959d59c" providerId="ADAL" clId="{2CBE5346-5CB5-4A9F-BF36-DB4FF9B393A9}" dt="2025-12-15T11:53:03.367" v="4069"/>
          <ac:picMkLst>
            <pc:docMk/>
            <pc:sldMk cId="2446947773" sldId="262"/>
            <ac:picMk id="7" creationId="{3498B445-53DD-15B8-9215-4CF747C72A93}"/>
          </ac:picMkLst>
        </pc:picChg>
      </pc:sldChg>
      <pc:sldChg chg="addSp delSp modSp mod ord modTransition addAnim delAnim modAnim">
        <pc:chgData name="Alice Grieco" userId="ef9d35ba-81af-4831-9ea5-c7674959d59c" providerId="ADAL" clId="{2CBE5346-5CB5-4A9F-BF36-DB4FF9B393A9}" dt="2025-12-15T11:53:05.715" v="4070"/>
        <pc:sldMkLst>
          <pc:docMk/>
          <pc:sldMk cId="2572432652" sldId="263"/>
        </pc:sldMkLst>
        <pc:spChg chg="add del mod">
          <ac:chgData name="Alice Grieco" userId="ef9d35ba-81af-4831-9ea5-c7674959d59c" providerId="ADAL" clId="{2CBE5346-5CB5-4A9F-BF36-DB4FF9B393A9}" dt="2025-12-14T21:12:26.340" v="3231" actId="1076"/>
          <ac:spMkLst>
            <pc:docMk/>
            <pc:sldMk cId="2572432652" sldId="263"/>
            <ac:spMk id="4" creationId="{0D0106BA-0DCA-83F7-F026-A19778A41E63}"/>
          </ac:spMkLst>
        </pc:spChg>
        <pc:spChg chg="mod">
          <ac:chgData name="Alice Grieco" userId="ef9d35ba-81af-4831-9ea5-c7674959d59c" providerId="ADAL" clId="{2CBE5346-5CB5-4A9F-BF36-DB4FF9B393A9}" dt="2025-12-11T16:16:58.558" v="2201" actId="207"/>
          <ac:spMkLst>
            <pc:docMk/>
            <pc:sldMk cId="2572432652" sldId="263"/>
            <ac:spMk id="7" creationId="{EEA577D5-D8E6-E801-295C-D70F251D3CF5}"/>
          </ac:spMkLst>
        </pc:spChg>
        <pc:spChg chg="add mod">
          <ac:chgData name="Alice Grieco" userId="ef9d35ba-81af-4831-9ea5-c7674959d59c" providerId="ADAL" clId="{2CBE5346-5CB5-4A9F-BF36-DB4FF9B393A9}" dt="2025-12-11T16:27:10.604" v="2391" actId="1076"/>
          <ac:spMkLst>
            <pc:docMk/>
            <pc:sldMk cId="2572432652" sldId="263"/>
            <ac:spMk id="8" creationId="{2EBF58E4-8099-5E32-4E53-C5F6B865054B}"/>
          </ac:spMkLst>
        </pc:spChg>
        <pc:spChg chg="add mod">
          <ac:chgData name="Alice Grieco" userId="ef9d35ba-81af-4831-9ea5-c7674959d59c" providerId="ADAL" clId="{2CBE5346-5CB5-4A9F-BF36-DB4FF9B393A9}" dt="2025-12-11T16:27:48.718" v="2396" actId="1076"/>
          <ac:spMkLst>
            <pc:docMk/>
            <pc:sldMk cId="2572432652" sldId="263"/>
            <ac:spMk id="9" creationId="{45C8D32E-76A1-F5F3-6F11-5E701FBD4FEE}"/>
          </ac:spMkLst>
        </pc:spChg>
        <pc:spChg chg="add mod">
          <ac:chgData name="Alice Grieco" userId="ef9d35ba-81af-4831-9ea5-c7674959d59c" providerId="ADAL" clId="{2CBE5346-5CB5-4A9F-BF36-DB4FF9B393A9}" dt="2025-12-11T17:00:54.194" v="2512" actId="1076"/>
          <ac:spMkLst>
            <pc:docMk/>
            <pc:sldMk cId="2572432652" sldId="263"/>
            <ac:spMk id="10" creationId="{76C31DDA-3EDE-E6C6-CB5D-951AE423C849}"/>
          </ac:spMkLst>
        </pc:spChg>
        <pc:spChg chg="add mod">
          <ac:chgData name="Alice Grieco" userId="ef9d35ba-81af-4831-9ea5-c7674959d59c" providerId="ADAL" clId="{2CBE5346-5CB5-4A9F-BF36-DB4FF9B393A9}" dt="2025-12-11T17:01:19.898" v="2516" actId="1076"/>
          <ac:spMkLst>
            <pc:docMk/>
            <pc:sldMk cId="2572432652" sldId="263"/>
            <ac:spMk id="11" creationId="{F8A63DF9-43A1-4BF8-7869-B29FA86A7CB9}"/>
          </ac:spMkLst>
        </pc:spChg>
        <pc:spChg chg="add mod">
          <ac:chgData name="Alice Grieco" userId="ef9d35ba-81af-4831-9ea5-c7674959d59c" providerId="ADAL" clId="{2CBE5346-5CB5-4A9F-BF36-DB4FF9B393A9}" dt="2025-12-11T16:32:31.412" v="2419" actId="1076"/>
          <ac:spMkLst>
            <pc:docMk/>
            <pc:sldMk cId="2572432652" sldId="263"/>
            <ac:spMk id="20" creationId="{1FB15A59-E9B2-946F-E203-45D58B6A4F5A}"/>
          </ac:spMkLst>
        </pc:spChg>
        <pc:spChg chg="add mod">
          <ac:chgData name="Alice Grieco" userId="ef9d35ba-81af-4831-9ea5-c7674959d59c" providerId="ADAL" clId="{2CBE5346-5CB5-4A9F-BF36-DB4FF9B393A9}" dt="2025-12-11T17:02:33.401" v="2521" actId="108"/>
          <ac:spMkLst>
            <pc:docMk/>
            <pc:sldMk cId="2572432652" sldId="263"/>
            <ac:spMk id="21" creationId="{6D189999-EA07-C212-D25C-E504CBF1F8D1}"/>
          </ac:spMkLst>
        </pc:spChg>
        <pc:spChg chg="add mod">
          <ac:chgData name="Alice Grieco" userId="ef9d35ba-81af-4831-9ea5-c7674959d59c" providerId="ADAL" clId="{2CBE5346-5CB5-4A9F-BF36-DB4FF9B393A9}" dt="2025-12-11T17:02:23.598" v="2520" actId="108"/>
          <ac:spMkLst>
            <pc:docMk/>
            <pc:sldMk cId="2572432652" sldId="263"/>
            <ac:spMk id="26" creationId="{390CAF59-8AE2-ACD9-3A4D-4AF12C87F0A2}"/>
          </ac:spMkLst>
        </pc:spChg>
        <pc:spChg chg="add mod">
          <ac:chgData name="Alice Grieco" userId="ef9d35ba-81af-4831-9ea5-c7674959d59c" providerId="ADAL" clId="{2CBE5346-5CB5-4A9F-BF36-DB4FF9B393A9}" dt="2025-12-11T17:02:52.137" v="2523" actId="20577"/>
          <ac:spMkLst>
            <pc:docMk/>
            <pc:sldMk cId="2572432652" sldId="263"/>
            <ac:spMk id="27" creationId="{2CD6133A-5F74-7FAD-FF98-9100FDD794EA}"/>
          </ac:spMkLst>
        </pc:spChg>
        <pc:spChg chg="add mod">
          <ac:chgData name="Alice Grieco" userId="ef9d35ba-81af-4831-9ea5-c7674959d59c" providerId="ADAL" clId="{2CBE5346-5CB5-4A9F-BF36-DB4FF9B393A9}" dt="2025-12-11T16:41:14.704" v="2472"/>
          <ac:spMkLst>
            <pc:docMk/>
            <pc:sldMk cId="2572432652" sldId="263"/>
            <ac:spMk id="28" creationId="{FA49671E-4CB4-F618-01E9-EC30FF135FC5}"/>
          </ac:spMkLst>
        </pc:spChg>
        <pc:spChg chg="add mod">
          <ac:chgData name="Alice Grieco" userId="ef9d35ba-81af-4831-9ea5-c7674959d59c" providerId="ADAL" clId="{2CBE5346-5CB5-4A9F-BF36-DB4FF9B393A9}" dt="2025-12-11T16:43:15.154" v="2486"/>
          <ac:spMkLst>
            <pc:docMk/>
            <pc:sldMk cId="2572432652" sldId="263"/>
            <ac:spMk id="29" creationId="{F5367D9A-BE5A-9D47-57FC-B0DD53B6A535}"/>
          </ac:spMkLst>
        </pc:spChg>
        <pc:spChg chg="mod">
          <ac:chgData name="Alice Grieco" userId="ef9d35ba-81af-4831-9ea5-c7674959d59c" providerId="ADAL" clId="{2CBE5346-5CB5-4A9F-BF36-DB4FF9B393A9}" dt="2025-12-11T15:35:32.388" v="2135" actId="1076"/>
          <ac:spMkLst>
            <pc:docMk/>
            <pc:sldMk cId="2572432652" sldId="263"/>
            <ac:spMk id="39" creationId="{44758C1F-1049-432D-DD75-57558129A6FA}"/>
          </ac:spMkLst>
        </pc:spChg>
        <pc:picChg chg="add mod">
          <ac:chgData name="Alice Grieco" userId="ef9d35ba-81af-4831-9ea5-c7674959d59c" providerId="ADAL" clId="{2CBE5346-5CB5-4A9F-BF36-DB4FF9B393A9}" dt="2025-12-11T16:29:37.613" v="2405" actId="1076"/>
          <ac:picMkLst>
            <pc:docMk/>
            <pc:sldMk cId="2572432652" sldId="263"/>
            <ac:picMk id="13" creationId="{3175756F-437A-ECB8-DEF4-CE2B528CCF3E}"/>
          </ac:picMkLst>
        </pc:picChg>
        <pc:picChg chg="add mod">
          <ac:chgData name="Alice Grieco" userId="ef9d35ba-81af-4831-9ea5-c7674959d59c" providerId="ADAL" clId="{2CBE5346-5CB5-4A9F-BF36-DB4FF9B393A9}" dt="2025-12-11T16:37:50.369" v="2455" actId="1076"/>
          <ac:picMkLst>
            <pc:docMk/>
            <pc:sldMk cId="2572432652" sldId="263"/>
            <ac:picMk id="15" creationId="{C5084BC5-1FBA-82E1-92E5-C3EB1E443C56}"/>
          </ac:picMkLst>
        </pc:picChg>
        <pc:picChg chg="add mod">
          <ac:chgData name="Alice Grieco" userId="ef9d35ba-81af-4831-9ea5-c7674959d59c" providerId="ADAL" clId="{2CBE5346-5CB5-4A9F-BF36-DB4FF9B393A9}" dt="2025-12-11T16:39:40.428" v="2464" actId="1076"/>
          <ac:picMkLst>
            <pc:docMk/>
            <pc:sldMk cId="2572432652" sldId="263"/>
            <ac:picMk id="17" creationId="{0EDFAC7E-E172-50C9-0E78-E348EB5CF7CB}"/>
          </ac:picMkLst>
        </pc:picChg>
        <pc:picChg chg="add mod">
          <ac:chgData name="Alice Grieco" userId="ef9d35ba-81af-4831-9ea5-c7674959d59c" providerId="ADAL" clId="{2CBE5346-5CB5-4A9F-BF36-DB4FF9B393A9}" dt="2025-12-11T16:28:48.391" v="2400" actId="1076"/>
          <ac:picMkLst>
            <pc:docMk/>
            <pc:sldMk cId="2572432652" sldId="263"/>
            <ac:picMk id="19" creationId="{E54B1CAC-4BB9-7830-6051-7ACE15B6DF0E}"/>
          </ac:picMkLst>
        </pc:picChg>
        <pc:picChg chg="add mod">
          <ac:chgData name="Alice Grieco" userId="ef9d35ba-81af-4831-9ea5-c7674959d59c" providerId="ADAL" clId="{2CBE5346-5CB5-4A9F-BF36-DB4FF9B393A9}" dt="2025-12-15T11:53:05.715" v="4070"/>
          <ac:picMkLst>
            <pc:docMk/>
            <pc:sldMk cId="2572432652" sldId="263"/>
            <ac:picMk id="30" creationId="{EE2323BE-B317-3A7E-D0D0-169E742042BF}"/>
          </ac:picMkLst>
        </pc:picChg>
      </pc:sldChg>
      <pc:sldChg chg="addSp delSp modSp mod modTransition">
        <pc:chgData name="Alice Grieco" userId="ef9d35ba-81af-4831-9ea5-c7674959d59c" providerId="ADAL" clId="{2CBE5346-5CB5-4A9F-BF36-DB4FF9B393A9}" dt="2025-12-15T11:53:07.853" v="4071"/>
        <pc:sldMkLst>
          <pc:docMk/>
          <pc:sldMk cId="1689488142" sldId="264"/>
        </pc:sldMkLst>
        <pc:spChg chg="add mod">
          <ac:chgData name="Alice Grieco" userId="ef9d35ba-81af-4831-9ea5-c7674959d59c" providerId="ADAL" clId="{2CBE5346-5CB5-4A9F-BF36-DB4FF9B393A9}" dt="2025-12-11T16:41:17.107" v="2473"/>
          <ac:spMkLst>
            <pc:docMk/>
            <pc:sldMk cId="1689488142" sldId="264"/>
            <ac:spMk id="2" creationId="{4F463D62-F5AC-3F90-33AC-B43799FA289F}"/>
          </ac:spMkLst>
        </pc:spChg>
        <pc:spChg chg="add mod">
          <ac:chgData name="Alice Grieco" userId="ef9d35ba-81af-4831-9ea5-c7674959d59c" providerId="ADAL" clId="{2CBE5346-5CB5-4A9F-BF36-DB4FF9B393A9}" dt="2025-12-11T16:43:24.247" v="2489"/>
          <ac:spMkLst>
            <pc:docMk/>
            <pc:sldMk cId="1689488142" sldId="264"/>
            <ac:spMk id="3" creationId="{9E15FE1E-FFA1-6C5C-E5D8-821E04CF5E2A}"/>
          </ac:spMkLst>
        </pc:spChg>
        <pc:spChg chg="mod">
          <ac:chgData name="Alice Grieco" userId="ef9d35ba-81af-4831-9ea5-c7674959d59c" providerId="ADAL" clId="{2CBE5346-5CB5-4A9F-BF36-DB4FF9B393A9}" dt="2025-12-09T15:49:41.487" v="1068" actId="1076"/>
          <ac:spMkLst>
            <pc:docMk/>
            <pc:sldMk cId="1689488142" sldId="264"/>
            <ac:spMk id="4" creationId="{4860DC10-134A-206E-20F6-41A7887759AF}"/>
          </ac:spMkLst>
        </pc:spChg>
        <pc:spChg chg="add mod">
          <ac:chgData name="Alice Grieco" userId="ef9d35ba-81af-4831-9ea5-c7674959d59c" providerId="ADAL" clId="{2CBE5346-5CB5-4A9F-BF36-DB4FF9B393A9}" dt="2025-12-11T20:00:14.524" v="2905" actId="20577"/>
          <ac:spMkLst>
            <pc:docMk/>
            <pc:sldMk cId="1689488142" sldId="264"/>
            <ac:spMk id="9" creationId="{951428D2-D984-4A2B-2003-DD653408CDC9}"/>
          </ac:spMkLst>
        </pc:spChg>
        <pc:spChg chg="add mod">
          <ac:chgData name="Alice Grieco" userId="ef9d35ba-81af-4831-9ea5-c7674959d59c" providerId="ADAL" clId="{2CBE5346-5CB5-4A9F-BF36-DB4FF9B393A9}" dt="2025-12-11T19:58:23.346" v="2888" actId="14100"/>
          <ac:spMkLst>
            <pc:docMk/>
            <pc:sldMk cId="1689488142" sldId="264"/>
            <ac:spMk id="10" creationId="{3ABB3A17-B83F-B61D-E3F1-38218E4AB277}"/>
          </ac:spMkLst>
        </pc:spChg>
        <pc:spChg chg="add mod">
          <ac:chgData name="Alice Grieco" userId="ef9d35ba-81af-4831-9ea5-c7674959d59c" providerId="ADAL" clId="{2CBE5346-5CB5-4A9F-BF36-DB4FF9B393A9}" dt="2025-12-11T18:58:12.319" v="2868" actId="1076"/>
          <ac:spMkLst>
            <pc:docMk/>
            <pc:sldMk cId="1689488142" sldId="264"/>
            <ac:spMk id="11" creationId="{8F0D2210-6AC1-F031-E2A8-D9CF8B787591}"/>
          </ac:spMkLst>
        </pc:spChg>
        <pc:spChg chg="mod">
          <ac:chgData name="Alice Grieco" userId="ef9d35ba-81af-4831-9ea5-c7674959d59c" providerId="ADAL" clId="{2CBE5346-5CB5-4A9F-BF36-DB4FF9B393A9}" dt="2025-12-11T16:47:19.879" v="2505" actId="1076"/>
          <ac:spMkLst>
            <pc:docMk/>
            <pc:sldMk cId="1689488142" sldId="264"/>
            <ac:spMk id="39" creationId="{1F9AE0D8-7DFA-3C3F-089B-0BA13D4582C5}"/>
          </ac:spMkLst>
        </pc:spChg>
        <pc:picChg chg="add mod">
          <ac:chgData name="Alice Grieco" userId="ef9d35ba-81af-4831-9ea5-c7674959d59c" providerId="ADAL" clId="{2CBE5346-5CB5-4A9F-BF36-DB4FF9B393A9}" dt="2025-12-15T11:53:07.853" v="4071"/>
          <ac:picMkLst>
            <pc:docMk/>
            <pc:sldMk cId="1689488142" sldId="264"/>
            <ac:picMk id="12" creationId="{2602E33C-7B6B-9FD2-4C27-E791F8A8DF74}"/>
          </ac:picMkLst>
        </pc:picChg>
      </pc:sldChg>
      <pc:sldChg chg="addSp delSp modSp mod modTransition">
        <pc:chgData name="Alice Grieco" userId="ef9d35ba-81af-4831-9ea5-c7674959d59c" providerId="ADAL" clId="{2CBE5346-5CB5-4A9F-BF36-DB4FF9B393A9}" dt="2025-12-15T11:53:20.778" v="4076"/>
        <pc:sldMkLst>
          <pc:docMk/>
          <pc:sldMk cId="4114736886" sldId="265"/>
        </pc:sldMkLst>
        <pc:spChg chg="mod">
          <ac:chgData name="Alice Grieco" userId="ef9d35ba-81af-4831-9ea5-c7674959d59c" providerId="ADAL" clId="{2CBE5346-5CB5-4A9F-BF36-DB4FF9B393A9}" dt="2025-12-14T21:07:22.633" v="3184" actId="1076"/>
          <ac:spMkLst>
            <pc:docMk/>
            <pc:sldMk cId="4114736886" sldId="265"/>
            <ac:spMk id="2" creationId="{5FA9CC34-69BD-BC78-1106-93173A9F05AF}"/>
          </ac:spMkLst>
        </pc:spChg>
        <pc:spChg chg="mod">
          <ac:chgData name="Alice Grieco" userId="ef9d35ba-81af-4831-9ea5-c7674959d59c" providerId="ADAL" clId="{2CBE5346-5CB5-4A9F-BF36-DB4FF9B393A9}" dt="2025-12-15T11:40:44.811" v="4029" actId="207"/>
          <ac:spMkLst>
            <pc:docMk/>
            <pc:sldMk cId="4114736886" sldId="265"/>
            <ac:spMk id="3" creationId="{342DF74F-4A6F-6789-DB4A-9A63FD701026}"/>
          </ac:spMkLst>
        </pc:spChg>
        <pc:spChg chg="add mod">
          <ac:chgData name="Alice Grieco" userId="ef9d35ba-81af-4831-9ea5-c7674959d59c" providerId="ADAL" clId="{2CBE5346-5CB5-4A9F-BF36-DB4FF9B393A9}" dt="2025-12-15T11:40:56.889" v="4033" actId="207"/>
          <ac:spMkLst>
            <pc:docMk/>
            <pc:sldMk cId="4114736886" sldId="265"/>
            <ac:spMk id="4" creationId="{14C61656-F153-A870-5E29-9D97BB0D8F1F}"/>
          </ac:spMkLst>
        </pc:spChg>
        <pc:spChg chg="mod">
          <ac:chgData name="Alice Grieco" userId="ef9d35ba-81af-4831-9ea5-c7674959d59c" providerId="ADAL" clId="{2CBE5346-5CB5-4A9F-BF36-DB4FF9B393A9}" dt="2025-12-14T20:55:37.967" v="3099" actId="1076"/>
          <ac:spMkLst>
            <pc:docMk/>
            <pc:sldMk cId="4114736886" sldId="265"/>
            <ac:spMk id="5" creationId="{D717AD2B-04E3-3B0B-6139-3FFB558E3041}"/>
          </ac:spMkLst>
        </pc:spChg>
        <pc:spChg chg="add mod">
          <ac:chgData name="Alice Grieco" userId="ef9d35ba-81af-4831-9ea5-c7674959d59c" providerId="ADAL" clId="{2CBE5346-5CB5-4A9F-BF36-DB4FF9B393A9}" dt="2025-12-15T11:41:06.235" v="4036" actId="207"/>
          <ac:spMkLst>
            <pc:docMk/>
            <pc:sldMk cId="4114736886" sldId="265"/>
            <ac:spMk id="6" creationId="{6BDEFABC-C296-448B-FFD1-124FC7161C9C}"/>
          </ac:spMkLst>
        </pc:spChg>
        <pc:spChg chg="add mod">
          <ac:chgData name="Alice Grieco" userId="ef9d35ba-81af-4831-9ea5-c7674959d59c" providerId="ADAL" clId="{2CBE5346-5CB5-4A9F-BF36-DB4FF9B393A9}" dt="2025-12-15T11:41:03.324" v="4035" actId="207"/>
          <ac:spMkLst>
            <pc:docMk/>
            <pc:sldMk cId="4114736886" sldId="265"/>
            <ac:spMk id="7" creationId="{BB659E0D-D1AB-89B6-1192-3F247F9D6F5C}"/>
          </ac:spMkLst>
        </pc:spChg>
        <pc:spChg chg="add mod">
          <ac:chgData name="Alice Grieco" userId="ef9d35ba-81af-4831-9ea5-c7674959d59c" providerId="ADAL" clId="{2CBE5346-5CB5-4A9F-BF36-DB4FF9B393A9}" dt="2025-12-14T21:11:20.340" v="3220"/>
          <ac:spMkLst>
            <pc:docMk/>
            <pc:sldMk cId="4114736886" sldId="265"/>
            <ac:spMk id="8" creationId="{3E0A027E-DFEF-B448-6B84-B39300E12A84}"/>
          </ac:spMkLst>
        </pc:spChg>
        <pc:spChg chg="mod">
          <ac:chgData name="Alice Grieco" userId="ef9d35ba-81af-4831-9ea5-c7674959d59c" providerId="ADAL" clId="{2CBE5346-5CB5-4A9F-BF36-DB4FF9B393A9}" dt="2025-12-15T11:40:30.611" v="4026" actId="207"/>
          <ac:spMkLst>
            <pc:docMk/>
            <pc:sldMk cId="4114736886" sldId="265"/>
            <ac:spMk id="11" creationId="{E912804B-53C1-8C4E-B9B5-5ED9CBF3E360}"/>
          </ac:spMkLst>
        </pc:spChg>
        <pc:spChg chg="mod">
          <ac:chgData name="Alice Grieco" userId="ef9d35ba-81af-4831-9ea5-c7674959d59c" providerId="ADAL" clId="{2CBE5346-5CB5-4A9F-BF36-DB4FF9B393A9}" dt="2025-12-15T11:40:54.439" v="4032" actId="207"/>
          <ac:spMkLst>
            <pc:docMk/>
            <pc:sldMk cId="4114736886" sldId="265"/>
            <ac:spMk id="12" creationId="{5A8D8E50-32EB-460C-89BC-D1C665825D3E}"/>
          </ac:spMkLst>
        </pc:spChg>
        <pc:spChg chg="mod">
          <ac:chgData name="Alice Grieco" userId="ef9d35ba-81af-4831-9ea5-c7674959d59c" providerId="ADAL" clId="{2CBE5346-5CB5-4A9F-BF36-DB4FF9B393A9}" dt="2025-12-15T11:40:34.558" v="4027" actId="207"/>
          <ac:spMkLst>
            <pc:docMk/>
            <pc:sldMk cId="4114736886" sldId="265"/>
            <ac:spMk id="13" creationId="{B262C0A7-1BEE-3692-E680-B2D8891FEB4D}"/>
          </ac:spMkLst>
        </pc:spChg>
        <pc:spChg chg="mod">
          <ac:chgData name="Alice Grieco" userId="ef9d35ba-81af-4831-9ea5-c7674959d59c" providerId="ADAL" clId="{2CBE5346-5CB5-4A9F-BF36-DB4FF9B393A9}" dt="2025-12-15T11:40:39.639" v="4028" actId="207"/>
          <ac:spMkLst>
            <pc:docMk/>
            <pc:sldMk cId="4114736886" sldId="265"/>
            <ac:spMk id="15" creationId="{D6D4E4A3-31A5-A521-2248-AED78A30DF41}"/>
          </ac:spMkLst>
        </pc:spChg>
        <pc:spChg chg="mod">
          <ac:chgData name="Alice Grieco" userId="ef9d35ba-81af-4831-9ea5-c7674959d59c" providerId="ADAL" clId="{2CBE5346-5CB5-4A9F-BF36-DB4FF9B393A9}" dt="2025-12-15T11:40:47.636" v="4030" actId="207"/>
          <ac:spMkLst>
            <pc:docMk/>
            <pc:sldMk cId="4114736886" sldId="265"/>
            <ac:spMk id="19" creationId="{54B67BEA-638E-5E25-493E-AD2995CD8CD1}"/>
          </ac:spMkLst>
        </pc:spChg>
        <pc:spChg chg="mod">
          <ac:chgData name="Alice Grieco" userId="ef9d35ba-81af-4831-9ea5-c7674959d59c" providerId="ADAL" clId="{2CBE5346-5CB5-4A9F-BF36-DB4FF9B393A9}" dt="2025-12-15T11:41:00.385" v="4034" actId="207"/>
          <ac:spMkLst>
            <pc:docMk/>
            <pc:sldMk cId="4114736886" sldId="265"/>
            <ac:spMk id="23" creationId="{1BB25D0D-C985-290A-A6B9-CA8771C1EAE9}"/>
          </ac:spMkLst>
        </pc:spChg>
        <pc:spChg chg="mod">
          <ac:chgData name="Alice Grieco" userId="ef9d35ba-81af-4831-9ea5-c7674959d59c" providerId="ADAL" clId="{2CBE5346-5CB5-4A9F-BF36-DB4FF9B393A9}" dt="2025-12-15T11:40:51.354" v="4031" actId="207"/>
          <ac:spMkLst>
            <pc:docMk/>
            <pc:sldMk cId="4114736886" sldId="265"/>
            <ac:spMk id="24" creationId="{41703C8D-E723-824D-5263-8F0D362D7BA1}"/>
          </ac:spMkLst>
        </pc:spChg>
        <pc:spChg chg="mod">
          <ac:chgData name="Alice Grieco" userId="ef9d35ba-81af-4831-9ea5-c7674959d59c" providerId="ADAL" clId="{2CBE5346-5CB5-4A9F-BF36-DB4FF9B393A9}" dt="2025-12-14T20:55:13.466" v="3095" actId="1076"/>
          <ac:spMkLst>
            <pc:docMk/>
            <pc:sldMk cId="4114736886" sldId="265"/>
            <ac:spMk id="39" creationId="{0CE06FBE-0BEC-163A-3B8E-7807966CDDEB}"/>
          </ac:spMkLst>
        </pc:spChg>
        <pc:picChg chg="mod">
          <ac:chgData name="Alice Grieco" userId="ef9d35ba-81af-4831-9ea5-c7674959d59c" providerId="ADAL" clId="{2CBE5346-5CB5-4A9F-BF36-DB4FF9B393A9}" dt="2025-12-14T21:07:17.220" v="3183" actId="1076"/>
          <ac:picMkLst>
            <pc:docMk/>
            <pc:sldMk cId="4114736886" sldId="265"/>
            <ac:picMk id="9" creationId="{44DC483C-2111-A431-6777-F2388D161A1B}"/>
          </ac:picMkLst>
        </pc:picChg>
        <pc:picChg chg="mod">
          <ac:chgData name="Alice Grieco" userId="ef9d35ba-81af-4831-9ea5-c7674959d59c" providerId="ADAL" clId="{2CBE5346-5CB5-4A9F-BF36-DB4FF9B393A9}" dt="2025-12-14T21:07:28.145" v="3185" actId="1076"/>
          <ac:picMkLst>
            <pc:docMk/>
            <pc:sldMk cId="4114736886" sldId="265"/>
            <ac:picMk id="10" creationId="{66C5698B-51B6-C5B2-202F-1C5DC9EA9E20}"/>
          </ac:picMkLst>
        </pc:picChg>
        <pc:picChg chg="add mod">
          <ac:chgData name="Alice Grieco" userId="ef9d35ba-81af-4831-9ea5-c7674959d59c" providerId="ADAL" clId="{2CBE5346-5CB5-4A9F-BF36-DB4FF9B393A9}" dt="2025-12-15T11:53:20.778" v="4076"/>
          <ac:picMkLst>
            <pc:docMk/>
            <pc:sldMk cId="4114736886" sldId="265"/>
            <ac:picMk id="16" creationId="{00A15FBF-6931-0675-BED7-1B201BCD242A}"/>
          </ac:picMkLst>
        </pc:picChg>
      </pc:sldChg>
      <pc:sldChg chg="addSp delSp modSp mod modTransition">
        <pc:chgData name="Alice Grieco" userId="ef9d35ba-81af-4831-9ea5-c7674959d59c" providerId="ADAL" clId="{2CBE5346-5CB5-4A9F-BF36-DB4FF9B393A9}" dt="2025-12-16T18:29:44.244" v="4112" actId="1076"/>
        <pc:sldMkLst>
          <pc:docMk/>
          <pc:sldMk cId="110947244" sldId="266"/>
        </pc:sldMkLst>
        <pc:spChg chg="mod">
          <ac:chgData name="Alice Grieco" userId="ef9d35ba-81af-4831-9ea5-c7674959d59c" providerId="ADAL" clId="{2CBE5346-5CB5-4A9F-BF36-DB4FF9B393A9}" dt="2025-12-14T21:38:32.667" v="3481" actId="1076"/>
          <ac:spMkLst>
            <pc:docMk/>
            <pc:sldMk cId="110947244" sldId="266"/>
            <ac:spMk id="2" creationId="{B9BE293A-CF4D-5864-9FA3-D503ACBCBB49}"/>
          </ac:spMkLst>
        </pc:spChg>
        <pc:spChg chg="add mod">
          <ac:chgData name="Alice Grieco" userId="ef9d35ba-81af-4831-9ea5-c7674959d59c" providerId="ADAL" clId="{2CBE5346-5CB5-4A9F-BF36-DB4FF9B393A9}" dt="2025-12-14T21:11:37.949" v="3224"/>
          <ac:spMkLst>
            <pc:docMk/>
            <pc:sldMk cId="110947244" sldId="266"/>
            <ac:spMk id="4" creationId="{F0083FC5-9480-F9C7-EB8F-3321B0C9D251}"/>
          </ac:spMkLst>
        </pc:spChg>
        <pc:spChg chg="mod">
          <ac:chgData name="Alice Grieco" userId="ef9d35ba-81af-4831-9ea5-c7674959d59c" providerId="ADAL" clId="{2CBE5346-5CB5-4A9F-BF36-DB4FF9B393A9}" dt="2025-12-14T21:38:35.604" v="3482" actId="1076"/>
          <ac:spMkLst>
            <pc:docMk/>
            <pc:sldMk cId="110947244" sldId="266"/>
            <ac:spMk id="5" creationId="{41FE4C62-DDF6-EDCD-EB4C-2E59404DB7FC}"/>
          </ac:spMkLst>
        </pc:spChg>
        <pc:spChg chg="mod">
          <ac:chgData name="Alice Grieco" userId="ef9d35ba-81af-4831-9ea5-c7674959d59c" providerId="ADAL" clId="{2CBE5346-5CB5-4A9F-BF36-DB4FF9B393A9}" dt="2025-12-16T18:24:22.115" v="4097" actId="14100"/>
          <ac:spMkLst>
            <pc:docMk/>
            <pc:sldMk cId="110947244" sldId="266"/>
            <ac:spMk id="10" creationId="{CDFB5A3A-C6FB-576D-2B08-0F2561220139}"/>
          </ac:spMkLst>
        </pc:spChg>
        <pc:spChg chg="add mod">
          <ac:chgData name="Alice Grieco" userId="ef9d35ba-81af-4831-9ea5-c7674959d59c" providerId="ADAL" clId="{2CBE5346-5CB5-4A9F-BF36-DB4FF9B393A9}" dt="2025-12-14T21:47:39.529" v="3511"/>
          <ac:spMkLst>
            <pc:docMk/>
            <pc:sldMk cId="110947244" sldId="266"/>
            <ac:spMk id="11" creationId="{9E6B9F74-6B70-5D41-3D31-45A1801FC63C}"/>
          </ac:spMkLst>
        </pc:spChg>
        <pc:spChg chg="add mod">
          <ac:chgData name="Alice Grieco" userId="ef9d35ba-81af-4831-9ea5-c7674959d59c" providerId="ADAL" clId="{2CBE5346-5CB5-4A9F-BF36-DB4FF9B393A9}" dt="2025-12-14T21:47:39.529" v="3511"/>
          <ac:spMkLst>
            <pc:docMk/>
            <pc:sldMk cId="110947244" sldId="266"/>
            <ac:spMk id="13" creationId="{A02A545C-009B-9871-392B-2B7F5CB7E0AE}"/>
          </ac:spMkLst>
        </pc:spChg>
        <pc:spChg chg="mod">
          <ac:chgData name="Alice Grieco" userId="ef9d35ba-81af-4831-9ea5-c7674959d59c" providerId="ADAL" clId="{2CBE5346-5CB5-4A9F-BF36-DB4FF9B393A9}" dt="2025-12-16T18:29:44.244" v="4112" actId="1076"/>
          <ac:spMkLst>
            <pc:docMk/>
            <pc:sldMk cId="110947244" sldId="266"/>
            <ac:spMk id="15" creationId="{D4D7B98E-9CFA-B566-0050-AF4333A6F68B}"/>
          </ac:spMkLst>
        </pc:spChg>
        <pc:spChg chg="add mod">
          <ac:chgData name="Alice Grieco" userId="ef9d35ba-81af-4831-9ea5-c7674959d59c" providerId="ADAL" clId="{2CBE5346-5CB5-4A9F-BF36-DB4FF9B393A9}" dt="2025-12-14T21:47:53.894" v="3513" actId="208"/>
          <ac:spMkLst>
            <pc:docMk/>
            <pc:sldMk cId="110947244" sldId="266"/>
            <ac:spMk id="16" creationId="{B82395B3-A2A6-0C8F-003E-1BEC9725A7DF}"/>
          </ac:spMkLst>
        </pc:spChg>
        <pc:spChg chg="add mod">
          <ac:chgData name="Alice Grieco" userId="ef9d35ba-81af-4831-9ea5-c7674959d59c" providerId="ADAL" clId="{2CBE5346-5CB5-4A9F-BF36-DB4FF9B393A9}" dt="2025-12-14T21:48:02.206" v="3515" actId="207"/>
          <ac:spMkLst>
            <pc:docMk/>
            <pc:sldMk cId="110947244" sldId="266"/>
            <ac:spMk id="17" creationId="{634EC1EF-B95A-E2B8-48D9-695C795D9D60}"/>
          </ac:spMkLst>
        </pc:spChg>
        <pc:spChg chg="add mod">
          <ac:chgData name="Alice Grieco" userId="ef9d35ba-81af-4831-9ea5-c7674959d59c" providerId="ADAL" clId="{2CBE5346-5CB5-4A9F-BF36-DB4FF9B393A9}" dt="2025-12-14T21:47:39.529" v="3511"/>
          <ac:spMkLst>
            <pc:docMk/>
            <pc:sldMk cId="110947244" sldId="266"/>
            <ac:spMk id="18" creationId="{63D1406E-48BD-E076-5FF3-D230CC1E5D80}"/>
          </ac:spMkLst>
        </pc:spChg>
        <pc:picChg chg="mod">
          <ac:chgData name="Alice Grieco" userId="ef9d35ba-81af-4831-9ea5-c7674959d59c" providerId="ADAL" clId="{2CBE5346-5CB5-4A9F-BF36-DB4FF9B393A9}" dt="2025-12-14T21:49:13.340" v="3523" actId="14100"/>
          <ac:picMkLst>
            <pc:docMk/>
            <pc:sldMk cId="110947244" sldId="266"/>
            <ac:picMk id="12" creationId="{AF8CF064-7971-B5FD-EDB5-A935A9C2060C}"/>
          </ac:picMkLst>
        </pc:picChg>
        <pc:picChg chg="mod">
          <ac:chgData name="Alice Grieco" userId="ef9d35ba-81af-4831-9ea5-c7674959d59c" providerId="ADAL" clId="{2CBE5346-5CB5-4A9F-BF36-DB4FF9B393A9}" dt="2025-12-14T21:49:27.168" v="3525" actId="1076"/>
          <ac:picMkLst>
            <pc:docMk/>
            <pc:sldMk cId="110947244" sldId="266"/>
            <ac:picMk id="14" creationId="{3764DEB4-FE8A-2AC3-62DD-2F79E9CC2D9B}"/>
          </ac:picMkLst>
        </pc:picChg>
        <pc:picChg chg="add mod">
          <ac:chgData name="Alice Grieco" userId="ef9d35ba-81af-4831-9ea5-c7674959d59c" providerId="ADAL" clId="{2CBE5346-5CB5-4A9F-BF36-DB4FF9B393A9}" dt="2025-12-15T11:53:34.519" v="4080"/>
          <ac:picMkLst>
            <pc:docMk/>
            <pc:sldMk cId="110947244" sldId="266"/>
            <ac:picMk id="19" creationId="{B2051FB6-997A-1DB7-4010-8CE5DB8F7A4A}"/>
          </ac:picMkLst>
        </pc:picChg>
      </pc:sldChg>
      <pc:sldChg chg="addSp delSp modSp mod modTransition">
        <pc:chgData name="Alice Grieco" userId="ef9d35ba-81af-4831-9ea5-c7674959d59c" providerId="ADAL" clId="{2CBE5346-5CB5-4A9F-BF36-DB4FF9B393A9}" dt="2025-12-17T11:16:21.811" v="4324" actId="14100"/>
        <pc:sldMkLst>
          <pc:docMk/>
          <pc:sldMk cId="808600520" sldId="267"/>
        </pc:sldMkLst>
        <pc:spChg chg="mod">
          <ac:chgData name="Alice Grieco" userId="ef9d35ba-81af-4831-9ea5-c7674959d59c" providerId="ADAL" clId="{2CBE5346-5CB5-4A9F-BF36-DB4FF9B393A9}" dt="2025-12-14T21:27:22.986" v="3374" actId="20577"/>
          <ac:spMkLst>
            <pc:docMk/>
            <pc:sldMk cId="808600520" sldId="267"/>
            <ac:spMk id="2" creationId="{82A6AA2B-4F00-467E-F55F-E1B7F9F70DA2}"/>
          </ac:spMkLst>
        </pc:spChg>
        <pc:spChg chg="add mod">
          <ac:chgData name="Alice Grieco" userId="ef9d35ba-81af-4831-9ea5-c7674959d59c" providerId="ADAL" clId="{2CBE5346-5CB5-4A9F-BF36-DB4FF9B393A9}" dt="2025-12-14T21:11:24.376" v="3221"/>
          <ac:spMkLst>
            <pc:docMk/>
            <pc:sldMk cId="808600520" sldId="267"/>
            <ac:spMk id="3" creationId="{8E4F73BA-4518-7E27-A47E-B19D22C8B2F5}"/>
          </ac:spMkLst>
        </pc:spChg>
        <pc:spChg chg="mod">
          <ac:chgData name="Alice Grieco" userId="ef9d35ba-81af-4831-9ea5-c7674959d59c" providerId="ADAL" clId="{2CBE5346-5CB5-4A9F-BF36-DB4FF9B393A9}" dt="2025-12-14T21:08:01.874" v="3190" actId="1076"/>
          <ac:spMkLst>
            <pc:docMk/>
            <pc:sldMk cId="808600520" sldId="267"/>
            <ac:spMk id="5" creationId="{93B0E9E9-6F70-0922-9322-34EAF09EDAE4}"/>
          </ac:spMkLst>
        </pc:spChg>
        <pc:spChg chg="add mod">
          <ac:chgData name="Alice Grieco" userId="ef9d35ba-81af-4831-9ea5-c7674959d59c" providerId="ADAL" clId="{2CBE5346-5CB5-4A9F-BF36-DB4FF9B393A9}" dt="2025-12-15T11:41:33.103" v="4043" actId="208"/>
          <ac:spMkLst>
            <pc:docMk/>
            <pc:sldMk cId="808600520" sldId="267"/>
            <ac:spMk id="13" creationId="{C401FEC9-E0EF-95F5-E5DB-B36141DB1613}"/>
          </ac:spMkLst>
        </pc:spChg>
        <pc:spChg chg="mod">
          <ac:chgData name="Alice Grieco" userId="ef9d35ba-81af-4831-9ea5-c7674959d59c" providerId="ADAL" clId="{2CBE5346-5CB5-4A9F-BF36-DB4FF9B393A9}" dt="2025-12-14T21:26:51.837" v="3362" actId="1076"/>
          <ac:spMkLst>
            <pc:docMk/>
            <pc:sldMk cId="808600520" sldId="267"/>
            <ac:spMk id="14" creationId="{7EBD8BA2-71A0-EB8B-3703-38072AF3C120}"/>
          </ac:spMkLst>
        </pc:spChg>
        <pc:spChg chg="mod">
          <ac:chgData name="Alice Grieco" userId="ef9d35ba-81af-4831-9ea5-c7674959d59c" providerId="ADAL" clId="{2CBE5346-5CB5-4A9F-BF36-DB4FF9B393A9}" dt="2025-12-14T21:26:55.233" v="3363" actId="1076"/>
          <ac:spMkLst>
            <pc:docMk/>
            <pc:sldMk cId="808600520" sldId="267"/>
            <ac:spMk id="15" creationId="{6A7E40DD-54A9-0A7E-D64A-0973DCF8006A}"/>
          </ac:spMkLst>
        </pc:spChg>
        <pc:spChg chg="mod">
          <ac:chgData name="Alice Grieco" userId="ef9d35ba-81af-4831-9ea5-c7674959d59c" providerId="ADAL" clId="{2CBE5346-5CB5-4A9F-BF36-DB4FF9B393A9}" dt="2025-12-14T21:27:00.280" v="3364" actId="1076"/>
          <ac:spMkLst>
            <pc:docMk/>
            <pc:sldMk cId="808600520" sldId="267"/>
            <ac:spMk id="16" creationId="{55D17D31-9205-96BF-9C52-EE112EEFC733}"/>
          </ac:spMkLst>
        </pc:spChg>
        <pc:spChg chg="mod">
          <ac:chgData name="Alice Grieco" userId="ef9d35ba-81af-4831-9ea5-c7674959d59c" providerId="ADAL" clId="{2CBE5346-5CB5-4A9F-BF36-DB4FF9B393A9}" dt="2025-12-14T21:27:11.286" v="3366" actId="1076"/>
          <ac:spMkLst>
            <pc:docMk/>
            <pc:sldMk cId="808600520" sldId="267"/>
            <ac:spMk id="18" creationId="{E03343AB-727F-FF68-D98C-FCEC00DA077E}"/>
          </ac:spMkLst>
        </pc:spChg>
        <pc:spChg chg="add mod">
          <ac:chgData name="Alice Grieco" userId="ef9d35ba-81af-4831-9ea5-c7674959d59c" providerId="ADAL" clId="{2CBE5346-5CB5-4A9F-BF36-DB4FF9B393A9}" dt="2025-12-15T11:41:35.901" v="4044" actId="208"/>
          <ac:spMkLst>
            <pc:docMk/>
            <pc:sldMk cId="808600520" sldId="267"/>
            <ac:spMk id="19" creationId="{170FEBEE-850B-6EF7-8010-7E3E8475DAE6}"/>
          </ac:spMkLst>
        </pc:spChg>
        <pc:spChg chg="mod">
          <ac:chgData name="Alice Grieco" userId="ef9d35ba-81af-4831-9ea5-c7674959d59c" providerId="ADAL" clId="{2CBE5346-5CB5-4A9F-BF36-DB4FF9B393A9}" dt="2025-12-14T21:27:07.235" v="3365" actId="1076"/>
          <ac:spMkLst>
            <pc:docMk/>
            <pc:sldMk cId="808600520" sldId="267"/>
            <ac:spMk id="20" creationId="{0A7779F3-0F46-88A1-696B-CB14EE38749D}"/>
          </ac:spMkLst>
        </pc:spChg>
        <pc:spChg chg="mod">
          <ac:chgData name="Alice Grieco" userId="ef9d35ba-81af-4831-9ea5-c7674959d59c" providerId="ADAL" clId="{2CBE5346-5CB5-4A9F-BF36-DB4FF9B393A9}" dt="2025-12-15T11:41:14.982" v="4037" actId="207"/>
          <ac:spMkLst>
            <pc:docMk/>
            <pc:sldMk cId="808600520" sldId="267"/>
            <ac:spMk id="34" creationId="{5DFD50FD-FB3A-1DD8-3732-3D6A31BAD3FA}"/>
          </ac:spMkLst>
        </pc:spChg>
        <pc:spChg chg="mod">
          <ac:chgData name="Alice Grieco" userId="ef9d35ba-81af-4831-9ea5-c7674959d59c" providerId="ADAL" clId="{2CBE5346-5CB5-4A9F-BF36-DB4FF9B393A9}" dt="2025-12-15T11:41:18.346" v="4038" actId="207"/>
          <ac:spMkLst>
            <pc:docMk/>
            <pc:sldMk cId="808600520" sldId="267"/>
            <ac:spMk id="36" creationId="{631F5A0C-BC39-D642-EBAC-63905D3C2879}"/>
          </ac:spMkLst>
        </pc:spChg>
        <pc:spChg chg="mod">
          <ac:chgData name="Alice Grieco" userId="ef9d35ba-81af-4831-9ea5-c7674959d59c" providerId="ADAL" clId="{2CBE5346-5CB5-4A9F-BF36-DB4FF9B393A9}" dt="2025-12-15T11:41:21.760" v="4039" actId="207"/>
          <ac:spMkLst>
            <pc:docMk/>
            <pc:sldMk cId="808600520" sldId="267"/>
            <ac:spMk id="40" creationId="{B0E08A91-B30B-47EC-5169-26EC1E313352}"/>
          </ac:spMkLst>
        </pc:spChg>
        <pc:spChg chg="mod">
          <ac:chgData name="Alice Grieco" userId="ef9d35ba-81af-4831-9ea5-c7674959d59c" providerId="ADAL" clId="{2CBE5346-5CB5-4A9F-BF36-DB4FF9B393A9}" dt="2025-12-15T11:41:24.510" v="4040" actId="207"/>
          <ac:spMkLst>
            <pc:docMk/>
            <pc:sldMk cId="808600520" sldId="267"/>
            <ac:spMk id="41" creationId="{6DBDF659-72AB-7845-0133-10A77D1D20AF}"/>
          </ac:spMkLst>
        </pc:spChg>
        <pc:spChg chg="mod">
          <ac:chgData name="Alice Grieco" userId="ef9d35ba-81af-4831-9ea5-c7674959d59c" providerId="ADAL" clId="{2CBE5346-5CB5-4A9F-BF36-DB4FF9B393A9}" dt="2025-12-17T11:16:21.811" v="4324" actId="14100"/>
          <ac:spMkLst>
            <pc:docMk/>
            <pc:sldMk cId="808600520" sldId="267"/>
            <ac:spMk id="60" creationId="{1255E876-F401-D56E-BF14-75D07C7CA676}"/>
          </ac:spMkLst>
        </pc:spChg>
        <pc:picChg chg="mod">
          <ac:chgData name="Alice Grieco" userId="ef9d35ba-81af-4831-9ea5-c7674959d59c" providerId="ADAL" clId="{2CBE5346-5CB5-4A9F-BF36-DB4FF9B393A9}" dt="2025-12-14T21:11:04.908" v="3219" actId="1076"/>
          <ac:picMkLst>
            <pc:docMk/>
            <pc:sldMk cId="808600520" sldId="267"/>
            <ac:picMk id="9" creationId="{3C65C154-1003-3873-77B2-1A67C9373E85}"/>
          </ac:picMkLst>
        </pc:picChg>
        <pc:picChg chg="add mod">
          <ac:chgData name="Alice Grieco" userId="ef9d35ba-81af-4831-9ea5-c7674959d59c" providerId="ADAL" clId="{2CBE5346-5CB5-4A9F-BF36-DB4FF9B393A9}" dt="2025-12-15T11:53:23.003" v="4077"/>
          <ac:picMkLst>
            <pc:docMk/>
            <pc:sldMk cId="808600520" sldId="267"/>
            <ac:picMk id="21" creationId="{4CB13E00-3347-65CB-F0E8-690BFAC4420A}"/>
          </ac:picMkLst>
        </pc:picChg>
        <pc:cxnChg chg="mod">
          <ac:chgData name="Alice Grieco" userId="ef9d35ba-81af-4831-9ea5-c7674959d59c" providerId="ADAL" clId="{2CBE5346-5CB5-4A9F-BF36-DB4FF9B393A9}" dt="2025-12-15T11:41:39.413" v="4045" actId="208"/>
          <ac:cxnSpMkLst>
            <pc:docMk/>
            <pc:sldMk cId="808600520" sldId="267"/>
            <ac:cxnSpMk id="37" creationId="{67282B3C-A5E7-2998-E03C-CC157455080F}"/>
          </ac:cxnSpMkLst>
        </pc:cxnChg>
        <pc:cxnChg chg="mod">
          <ac:chgData name="Alice Grieco" userId="ef9d35ba-81af-4831-9ea5-c7674959d59c" providerId="ADAL" clId="{2CBE5346-5CB5-4A9F-BF36-DB4FF9B393A9}" dt="2025-12-15T11:41:43.352" v="4046" actId="208"/>
          <ac:cxnSpMkLst>
            <pc:docMk/>
            <pc:sldMk cId="808600520" sldId="267"/>
            <ac:cxnSpMk id="38" creationId="{1760E7BE-DC39-B7F3-36D4-135EBFFE8FB5}"/>
          </ac:cxnSpMkLst>
        </pc:cxnChg>
      </pc:sldChg>
      <pc:sldChg chg="addSp delSp modSp mod modTransition">
        <pc:chgData name="Alice Grieco" userId="ef9d35ba-81af-4831-9ea5-c7674959d59c" providerId="ADAL" clId="{2CBE5346-5CB5-4A9F-BF36-DB4FF9B393A9}" dt="2025-12-17T09:57:56.373" v="4284" actId="20577"/>
        <pc:sldMkLst>
          <pc:docMk/>
          <pc:sldMk cId="935622070" sldId="268"/>
        </pc:sldMkLst>
        <pc:spChg chg="add mod">
          <ac:chgData name="Alice Grieco" userId="ef9d35ba-81af-4831-9ea5-c7674959d59c" providerId="ADAL" clId="{2CBE5346-5CB5-4A9F-BF36-DB4FF9B393A9}" dt="2025-12-11T16:41:27.834" v="2478"/>
          <ac:spMkLst>
            <pc:docMk/>
            <pc:sldMk cId="935622070" sldId="268"/>
            <ac:spMk id="2" creationId="{0702D309-96B8-B3E5-C617-04A605CB065A}"/>
          </ac:spMkLst>
        </pc:spChg>
        <pc:spChg chg="add mod">
          <ac:chgData name="Alice Grieco" userId="ef9d35ba-81af-4831-9ea5-c7674959d59c" providerId="ADAL" clId="{2CBE5346-5CB5-4A9F-BF36-DB4FF9B393A9}" dt="2025-12-11T16:43:56.321" v="2497"/>
          <ac:spMkLst>
            <pc:docMk/>
            <pc:sldMk cId="935622070" sldId="268"/>
            <ac:spMk id="3" creationId="{705F5F7E-52AB-0CC5-5EB9-D661AEAE9968}"/>
          </ac:spMkLst>
        </pc:spChg>
        <pc:spChg chg="add mod">
          <ac:chgData name="Alice Grieco" userId="ef9d35ba-81af-4831-9ea5-c7674959d59c" providerId="ADAL" clId="{2CBE5346-5CB5-4A9F-BF36-DB4FF9B393A9}" dt="2025-12-17T09:57:56.373" v="4284" actId="20577"/>
          <ac:spMkLst>
            <pc:docMk/>
            <pc:sldMk cId="935622070" sldId="268"/>
            <ac:spMk id="5" creationId="{4CFCE183-3BB2-AD9D-49C2-80D379C5393C}"/>
          </ac:spMkLst>
        </pc:spChg>
        <pc:spChg chg="add mod">
          <ac:chgData name="Alice Grieco" userId="ef9d35ba-81af-4831-9ea5-c7674959d59c" providerId="ADAL" clId="{2CBE5346-5CB5-4A9F-BF36-DB4FF9B393A9}" dt="2025-12-12T10:52:37.377" v="3085" actId="207"/>
          <ac:spMkLst>
            <pc:docMk/>
            <pc:sldMk cId="935622070" sldId="268"/>
            <ac:spMk id="8" creationId="{8507FE10-4F8A-79CD-58A8-750B795625E6}"/>
          </ac:spMkLst>
        </pc:spChg>
        <pc:spChg chg="mod">
          <ac:chgData name="Alice Grieco" userId="ef9d35ba-81af-4831-9ea5-c7674959d59c" providerId="ADAL" clId="{2CBE5346-5CB5-4A9F-BF36-DB4FF9B393A9}" dt="2025-12-11T17:23:41.780" v="2668" actId="1076"/>
          <ac:spMkLst>
            <pc:docMk/>
            <pc:sldMk cId="935622070" sldId="268"/>
            <ac:spMk id="39" creationId="{4D35C7E8-553D-EE4F-9395-1655143DED56}"/>
          </ac:spMkLst>
        </pc:spChg>
        <pc:picChg chg="add mod">
          <ac:chgData name="Alice Grieco" userId="ef9d35ba-81af-4831-9ea5-c7674959d59c" providerId="ADAL" clId="{2CBE5346-5CB5-4A9F-BF36-DB4FF9B393A9}" dt="2025-12-17T09:44:03.619" v="4114" actId="1076"/>
          <ac:picMkLst>
            <pc:docMk/>
            <pc:sldMk cId="935622070" sldId="268"/>
            <ac:picMk id="7" creationId="{5B9D8326-FBAD-187F-8467-B377A5023D8F}"/>
          </ac:picMkLst>
        </pc:picChg>
        <pc:picChg chg="add mod">
          <ac:chgData name="Alice Grieco" userId="ef9d35ba-81af-4831-9ea5-c7674959d59c" providerId="ADAL" clId="{2CBE5346-5CB5-4A9F-BF36-DB4FF9B393A9}" dt="2025-12-15T11:53:18.022" v="4075"/>
          <ac:picMkLst>
            <pc:docMk/>
            <pc:sldMk cId="935622070" sldId="268"/>
            <ac:picMk id="9" creationId="{2ADBC2D1-32BE-1B5A-0E88-C843D8CA8FAF}"/>
          </ac:picMkLst>
        </pc:picChg>
      </pc:sldChg>
      <pc:sldChg chg="addSp delSp modSp mod modTransition">
        <pc:chgData name="Alice Grieco" userId="ef9d35ba-81af-4831-9ea5-c7674959d59c" providerId="ADAL" clId="{2CBE5346-5CB5-4A9F-BF36-DB4FF9B393A9}" dt="2025-12-15T11:53:15.471" v="4074"/>
        <pc:sldMkLst>
          <pc:docMk/>
          <pc:sldMk cId="684853757" sldId="269"/>
        </pc:sldMkLst>
        <pc:spChg chg="add mod">
          <ac:chgData name="Alice Grieco" userId="ef9d35ba-81af-4831-9ea5-c7674959d59c" providerId="ADAL" clId="{2CBE5346-5CB5-4A9F-BF36-DB4FF9B393A9}" dt="2025-12-11T16:41:25.972" v="2477"/>
          <ac:spMkLst>
            <pc:docMk/>
            <pc:sldMk cId="684853757" sldId="269"/>
            <ac:spMk id="2" creationId="{3A0712FC-932B-097A-E778-36070ACA1872}"/>
          </ac:spMkLst>
        </pc:spChg>
        <pc:spChg chg="add mod">
          <ac:chgData name="Alice Grieco" userId="ef9d35ba-81af-4831-9ea5-c7674959d59c" providerId="ADAL" clId="{2CBE5346-5CB5-4A9F-BF36-DB4FF9B393A9}" dt="2025-12-11T16:43:51.541" v="2495"/>
          <ac:spMkLst>
            <pc:docMk/>
            <pc:sldMk cId="684853757" sldId="269"/>
            <ac:spMk id="3" creationId="{27EAEE6C-7125-27BC-AF36-C4D221EF4FEB}"/>
          </ac:spMkLst>
        </pc:spChg>
        <pc:spChg chg="add mod">
          <ac:chgData name="Alice Grieco" userId="ef9d35ba-81af-4831-9ea5-c7674959d59c" providerId="ADAL" clId="{2CBE5346-5CB5-4A9F-BF36-DB4FF9B393A9}" dt="2025-12-12T10:41:25.209" v="3051" actId="948"/>
          <ac:spMkLst>
            <pc:docMk/>
            <pc:sldMk cId="684853757" sldId="269"/>
            <ac:spMk id="7" creationId="{867138C5-F0C1-8D65-89AA-8339CCDC85C7}"/>
          </ac:spMkLst>
        </pc:spChg>
        <pc:spChg chg="mod">
          <ac:chgData name="Alice Grieco" userId="ef9d35ba-81af-4831-9ea5-c7674959d59c" providerId="ADAL" clId="{2CBE5346-5CB5-4A9F-BF36-DB4FF9B393A9}" dt="2025-12-11T17:23:18.863" v="2656" actId="1076"/>
          <ac:spMkLst>
            <pc:docMk/>
            <pc:sldMk cId="684853757" sldId="269"/>
            <ac:spMk id="39" creationId="{E76F89DA-3A1D-BA85-3222-A59892EAD725}"/>
          </ac:spMkLst>
        </pc:spChg>
        <pc:picChg chg="add mod">
          <ac:chgData name="Alice Grieco" userId="ef9d35ba-81af-4831-9ea5-c7674959d59c" providerId="ADAL" clId="{2CBE5346-5CB5-4A9F-BF36-DB4FF9B393A9}" dt="2025-12-15T11:53:15.471" v="4074"/>
          <ac:picMkLst>
            <pc:docMk/>
            <pc:sldMk cId="684853757" sldId="269"/>
            <ac:picMk id="8" creationId="{68499074-BAF7-A178-4B52-3827FA0CD35E}"/>
          </ac:picMkLst>
        </pc:picChg>
      </pc:sldChg>
      <pc:sldChg chg="addSp delSp modSp mod ord modTransition">
        <pc:chgData name="Alice Grieco" userId="ef9d35ba-81af-4831-9ea5-c7674959d59c" providerId="ADAL" clId="{2CBE5346-5CB5-4A9F-BF36-DB4FF9B393A9}" dt="2025-12-15T11:53:12.793" v="4073"/>
        <pc:sldMkLst>
          <pc:docMk/>
          <pc:sldMk cId="1420681409" sldId="270"/>
        </pc:sldMkLst>
        <pc:spChg chg="add mod">
          <ac:chgData name="Alice Grieco" userId="ef9d35ba-81af-4831-9ea5-c7674959d59c" providerId="ADAL" clId="{2CBE5346-5CB5-4A9F-BF36-DB4FF9B393A9}" dt="2025-12-11T16:41:20.799" v="2475"/>
          <ac:spMkLst>
            <pc:docMk/>
            <pc:sldMk cId="1420681409" sldId="270"/>
            <ac:spMk id="2" creationId="{BF8DA4A8-0AE2-2CD0-B8A4-A5E4F66F2BBB}"/>
          </ac:spMkLst>
        </pc:spChg>
        <pc:spChg chg="mod">
          <ac:chgData name="Alice Grieco" userId="ef9d35ba-81af-4831-9ea5-c7674959d59c" providerId="ADAL" clId="{2CBE5346-5CB5-4A9F-BF36-DB4FF9B393A9}" dt="2025-12-11T16:44:25.088" v="2501" actId="1076"/>
          <ac:spMkLst>
            <pc:docMk/>
            <pc:sldMk cId="1420681409" sldId="270"/>
            <ac:spMk id="4" creationId="{69749278-C915-68CD-A87E-36311AAD25C7}"/>
          </ac:spMkLst>
        </pc:spChg>
        <pc:spChg chg="add mod">
          <ac:chgData name="Alice Grieco" userId="ef9d35ba-81af-4831-9ea5-c7674959d59c" providerId="ADAL" clId="{2CBE5346-5CB5-4A9F-BF36-DB4FF9B393A9}" dt="2025-12-11T16:43:40.033" v="2493"/>
          <ac:spMkLst>
            <pc:docMk/>
            <pc:sldMk cId="1420681409" sldId="270"/>
            <ac:spMk id="6" creationId="{1A5E767E-2D0F-D016-B169-789A1E49984F}"/>
          </ac:spMkLst>
        </pc:spChg>
        <pc:spChg chg="add mod">
          <ac:chgData name="Alice Grieco" userId="ef9d35ba-81af-4831-9ea5-c7674959d59c" providerId="ADAL" clId="{2CBE5346-5CB5-4A9F-BF36-DB4FF9B393A9}" dt="2025-12-12T10:16:32.004" v="2997" actId="1076"/>
          <ac:spMkLst>
            <pc:docMk/>
            <pc:sldMk cId="1420681409" sldId="270"/>
            <ac:spMk id="9" creationId="{E99DA4A2-C9AA-C782-361D-7BA1C9B92C9F}"/>
          </ac:spMkLst>
        </pc:spChg>
        <pc:spChg chg="mod">
          <ac:chgData name="Alice Grieco" userId="ef9d35ba-81af-4831-9ea5-c7674959d59c" providerId="ADAL" clId="{2CBE5346-5CB5-4A9F-BF36-DB4FF9B393A9}" dt="2025-12-11T17:22:24.578" v="2632" actId="20577"/>
          <ac:spMkLst>
            <pc:docMk/>
            <pc:sldMk cId="1420681409" sldId="270"/>
            <ac:spMk id="39" creationId="{8F0C2AAB-C987-0B31-917F-DBDD62116B13}"/>
          </ac:spMkLst>
        </pc:spChg>
        <pc:picChg chg="add mod modCrop">
          <ac:chgData name="Alice Grieco" userId="ef9d35ba-81af-4831-9ea5-c7674959d59c" providerId="ADAL" clId="{2CBE5346-5CB5-4A9F-BF36-DB4FF9B393A9}" dt="2025-12-12T11:04:21.067" v="3091" actId="1076"/>
          <ac:picMkLst>
            <pc:docMk/>
            <pc:sldMk cId="1420681409" sldId="270"/>
            <ac:picMk id="8" creationId="{CF945EA7-A876-FA3E-917D-7DE5F4DCD59B}"/>
          </ac:picMkLst>
        </pc:picChg>
        <pc:picChg chg="add mod">
          <ac:chgData name="Alice Grieco" userId="ef9d35ba-81af-4831-9ea5-c7674959d59c" providerId="ADAL" clId="{2CBE5346-5CB5-4A9F-BF36-DB4FF9B393A9}" dt="2025-12-15T11:53:12.793" v="4073"/>
          <ac:picMkLst>
            <pc:docMk/>
            <pc:sldMk cId="1420681409" sldId="270"/>
            <ac:picMk id="10" creationId="{CB4477D4-C76C-E1FC-3BB2-4F7853819F2E}"/>
          </ac:picMkLst>
        </pc:picChg>
      </pc:sldChg>
      <pc:sldChg chg="addSp delSp modSp mod ord modTransition">
        <pc:chgData name="Alice Grieco" userId="ef9d35ba-81af-4831-9ea5-c7674959d59c" providerId="ADAL" clId="{2CBE5346-5CB5-4A9F-BF36-DB4FF9B393A9}" dt="2025-12-15T11:53:10.152" v="4072"/>
        <pc:sldMkLst>
          <pc:docMk/>
          <pc:sldMk cId="3659132023" sldId="271"/>
        </pc:sldMkLst>
        <pc:spChg chg="add mod">
          <ac:chgData name="Alice Grieco" userId="ef9d35ba-81af-4831-9ea5-c7674959d59c" providerId="ADAL" clId="{2CBE5346-5CB5-4A9F-BF36-DB4FF9B393A9}" dt="2025-12-11T16:41:19.096" v="2474"/>
          <ac:spMkLst>
            <pc:docMk/>
            <pc:sldMk cId="3659132023" sldId="271"/>
            <ac:spMk id="2" creationId="{459E8061-0333-78CC-EC8A-0D818BC747CA}"/>
          </ac:spMkLst>
        </pc:spChg>
        <pc:spChg chg="add mod">
          <ac:chgData name="Alice Grieco" userId="ef9d35ba-81af-4831-9ea5-c7674959d59c" providerId="ADAL" clId="{2CBE5346-5CB5-4A9F-BF36-DB4FF9B393A9}" dt="2025-12-11T16:43:32.279" v="2491"/>
          <ac:spMkLst>
            <pc:docMk/>
            <pc:sldMk cId="3659132023" sldId="271"/>
            <ac:spMk id="3" creationId="{D238F907-E076-046F-87AA-0FCD01E10726}"/>
          </ac:spMkLst>
        </pc:spChg>
        <pc:spChg chg="add mod">
          <ac:chgData name="Alice Grieco" userId="ef9d35ba-81af-4831-9ea5-c7674959d59c" providerId="ADAL" clId="{2CBE5346-5CB5-4A9F-BF36-DB4FF9B393A9}" dt="2025-12-12T10:59:14.353" v="3089" actId="20577"/>
          <ac:spMkLst>
            <pc:docMk/>
            <pc:sldMk cId="3659132023" sldId="271"/>
            <ac:spMk id="8" creationId="{2BF4E04B-F8A7-FA9B-B6AC-0DBEFE012185}"/>
          </ac:spMkLst>
        </pc:spChg>
        <pc:spChg chg="mod">
          <ac:chgData name="Alice Grieco" userId="ef9d35ba-81af-4831-9ea5-c7674959d59c" providerId="ADAL" clId="{2CBE5346-5CB5-4A9F-BF36-DB4FF9B393A9}" dt="2025-12-11T17:21:58.652" v="2609" actId="1076"/>
          <ac:spMkLst>
            <pc:docMk/>
            <pc:sldMk cId="3659132023" sldId="271"/>
            <ac:spMk id="39" creationId="{F51D135B-A834-AAC3-5B43-02D4A5344AB7}"/>
          </ac:spMkLst>
        </pc:spChg>
        <pc:picChg chg="add mod modCrop">
          <ac:chgData name="Alice Grieco" userId="ef9d35ba-81af-4831-9ea5-c7674959d59c" providerId="ADAL" clId="{2CBE5346-5CB5-4A9F-BF36-DB4FF9B393A9}" dt="2025-12-12T10:16:55.550" v="2999" actId="14100"/>
          <ac:picMkLst>
            <pc:docMk/>
            <pc:sldMk cId="3659132023" sldId="271"/>
            <ac:picMk id="7" creationId="{9B516164-EA09-163C-8C9B-4F616D6C2785}"/>
          </ac:picMkLst>
        </pc:picChg>
        <pc:picChg chg="add mod">
          <ac:chgData name="Alice Grieco" userId="ef9d35ba-81af-4831-9ea5-c7674959d59c" providerId="ADAL" clId="{2CBE5346-5CB5-4A9F-BF36-DB4FF9B393A9}" dt="2025-12-15T11:53:10.152" v="4072"/>
          <ac:picMkLst>
            <pc:docMk/>
            <pc:sldMk cId="3659132023" sldId="271"/>
            <ac:picMk id="9" creationId="{7C2D862A-67A4-210B-42CF-5898CDDCCE82}"/>
          </ac:picMkLst>
        </pc:picChg>
      </pc:sldChg>
      <pc:sldChg chg="addSp delSp modSp mod modTransition">
        <pc:chgData name="Alice Grieco" userId="ef9d35ba-81af-4831-9ea5-c7674959d59c" providerId="ADAL" clId="{2CBE5346-5CB5-4A9F-BF36-DB4FF9B393A9}" dt="2025-12-17T10:44:23.883" v="4304" actId="1076"/>
        <pc:sldMkLst>
          <pc:docMk/>
          <pc:sldMk cId="1269254075" sldId="272"/>
        </pc:sldMkLst>
        <pc:spChg chg="mod">
          <ac:chgData name="Alice Grieco" userId="ef9d35ba-81af-4831-9ea5-c7674959d59c" providerId="ADAL" clId="{2CBE5346-5CB5-4A9F-BF36-DB4FF9B393A9}" dt="2025-12-14T22:05:26.878" v="3648" actId="1076"/>
          <ac:spMkLst>
            <pc:docMk/>
            <pc:sldMk cId="1269254075" sldId="272"/>
            <ac:spMk id="2" creationId="{8C9F0CE2-AD78-7862-8762-5FFB9843D628}"/>
          </ac:spMkLst>
        </pc:spChg>
        <pc:spChg chg="mod">
          <ac:chgData name="Alice Grieco" userId="ef9d35ba-81af-4831-9ea5-c7674959d59c" providerId="ADAL" clId="{2CBE5346-5CB5-4A9F-BF36-DB4FF9B393A9}" dt="2025-12-15T11:32:40.980" v="3903" actId="113"/>
          <ac:spMkLst>
            <pc:docMk/>
            <pc:sldMk cId="1269254075" sldId="272"/>
            <ac:spMk id="3" creationId="{0728F6A0-CA47-7480-3AAC-6C67D62194D5}"/>
          </ac:spMkLst>
        </pc:spChg>
        <pc:spChg chg="add mod">
          <ac:chgData name="Alice Grieco" userId="ef9d35ba-81af-4831-9ea5-c7674959d59c" providerId="ADAL" clId="{2CBE5346-5CB5-4A9F-BF36-DB4FF9B393A9}" dt="2025-12-14T21:11:52.472" v="3230"/>
          <ac:spMkLst>
            <pc:docMk/>
            <pc:sldMk cId="1269254075" sldId="272"/>
            <ac:spMk id="4" creationId="{71E9CD81-7058-4261-81AC-94223FF65D66}"/>
          </ac:spMkLst>
        </pc:spChg>
        <pc:spChg chg="mod">
          <ac:chgData name="Alice Grieco" userId="ef9d35ba-81af-4831-9ea5-c7674959d59c" providerId="ADAL" clId="{2CBE5346-5CB5-4A9F-BF36-DB4FF9B393A9}" dt="2025-12-14T22:21:35.304" v="3808" actId="1076"/>
          <ac:spMkLst>
            <pc:docMk/>
            <pc:sldMk cId="1269254075" sldId="272"/>
            <ac:spMk id="5" creationId="{6FA653EB-D3E6-29A5-3B51-9299D6DD4597}"/>
          </ac:spMkLst>
        </pc:spChg>
        <pc:picChg chg="add mod">
          <ac:chgData name="Alice Grieco" userId="ef9d35ba-81af-4831-9ea5-c7674959d59c" providerId="ADAL" clId="{2CBE5346-5CB5-4A9F-BF36-DB4FF9B393A9}" dt="2025-12-15T11:53:54.238" v="4086"/>
          <ac:picMkLst>
            <pc:docMk/>
            <pc:sldMk cId="1269254075" sldId="272"/>
            <ac:picMk id="11" creationId="{95A99C00-A5A2-5B62-1FA4-1405B11BE10A}"/>
          </ac:picMkLst>
        </pc:picChg>
        <pc:picChg chg="mod">
          <ac:chgData name="Alice Grieco" userId="ef9d35ba-81af-4831-9ea5-c7674959d59c" providerId="ADAL" clId="{2CBE5346-5CB5-4A9F-BF36-DB4FF9B393A9}" dt="2025-12-17T10:44:23.883" v="4304" actId="1076"/>
          <ac:picMkLst>
            <pc:docMk/>
            <pc:sldMk cId="1269254075" sldId="272"/>
            <ac:picMk id="13" creationId="{76BFA196-1B11-63C3-08C0-13FC41751979}"/>
          </ac:picMkLst>
        </pc:picChg>
      </pc:sldChg>
      <pc:sldChg chg="addSp delSp modSp mod modTransition">
        <pc:chgData name="Alice Grieco" userId="ef9d35ba-81af-4831-9ea5-c7674959d59c" providerId="ADAL" clId="{2CBE5346-5CB5-4A9F-BF36-DB4FF9B393A9}" dt="2025-12-15T11:53:38.391" v="4082"/>
        <pc:sldMkLst>
          <pc:docMk/>
          <pc:sldMk cId="4259385440" sldId="273"/>
        </pc:sldMkLst>
        <pc:spChg chg="mod">
          <ac:chgData name="Alice Grieco" userId="ef9d35ba-81af-4831-9ea5-c7674959d59c" providerId="ADAL" clId="{2CBE5346-5CB5-4A9F-BF36-DB4FF9B393A9}" dt="2025-12-14T21:56:22.477" v="3574" actId="1076"/>
          <ac:spMkLst>
            <pc:docMk/>
            <pc:sldMk cId="4259385440" sldId="273"/>
            <ac:spMk id="2" creationId="{DC190747-384E-B5FF-5A1A-781A38FFDE9C}"/>
          </ac:spMkLst>
        </pc:spChg>
        <pc:spChg chg="add mod">
          <ac:chgData name="Alice Grieco" userId="ef9d35ba-81af-4831-9ea5-c7674959d59c" providerId="ADAL" clId="{2CBE5346-5CB5-4A9F-BF36-DB4FF9B393A9}" dt="2025-12-14T21:11:44.316" v="3226"/>
          <ac:spMkLst>
            <pc:docMk/>
            <pc:sldMk cId="4259385440" sldId="273"/>
            <ac:spMk id="4" creationId="{99A51245-1DB6-CD46-5F30-68737E1C3AD5}"/>
          </ac:spMkLst>
        </pc:spChg>
        <pc:spChg chg="mod">
          <ac:chgData name="Alice Grieco" userId="ef9d35ba-81af-4831-9ea5-c7674959d59c" providerId="ADAL" clId="{2CBE5346-5CB5-4A9F-BF36-DB4FF9B393A9}" dt="2025-12-14T21:56:15.092" v="3572" actId="1076"/>
          <ac:spMkLst>
            <pc:docMk/>
            <pc:sldMk cId="4259385440" sldId="273"/>
            <ac:spMk id="5" creationId="{46EFC51F-B3C4-7CD3-A509-B119E3135401}"/>
          </ac:spMkLst>
        </pc:spChg>
        <pc:spChg chg="mod">
          <ac:chgData name="Alice Grieco" userId="ef9d35ba-81af-4831-9ea5-c7674959d59c" providerId="ADAL" clId="{2CBE5346-5CB5-4A9F-BF36-DB4FF9B393A9}" dt="2025-12-14T21:59:46.940" v="3617" actId="1076"/>
          <ac:spMkLst>
            <pc:docMk/>
            <pc:sldMk cId="4259385440" sldId="273"/>
            <ac:spMk id="13" creationId="{06BBB280-3F0F-851B-E538-9EEE1F27A069}"/>
          </ac:spMkLst>
        </pc:spChg>
        <pc:spChg chg="add mod">
          <ac:chgData name="Alice Grieco" userId="ef9d35ba-81af-4831-9ea5-c7674959d59c" providerId="ADAL" clId="{2CBE5346-5CB5-4A9F-BF36-DB4FF9B393A9}" dt="2025-12-14T21:56:53.439" v="3577"/>
          <ac:spMkLst>
            <pc:docMk/>
            <pc:sldMk cId="4259385440" sldId="273"/>
            <ac:spMk id="18" creationId="{D6902638-7B4F-B2CB-900C-45E039B05765}"/>
          </ac:spMkLst>
        </pc:spChg>
        <pc:spChg chg="add mod">
          <ac:chgData name="Alice Grieco" userId="ef9d35ba-81af-4831-9ea5-c7674959d59c" providerId="ADAL" clId="{2CBE5346-5CB5-4A9F-BF36-DB4FF9B393A9}" dt="2025-12-14T21:57:36.627" v="3590" actId="208"/>
          <ac:spMkLst>
            <pc:docMk/>
            <pc:sldMk cId="4259385440" sldId="273"/>
            <ac:spMk id="19" creationId="{FCB709CF-222D-645F-E294-7BC39F0ACAC3}"/>
          </ac:spMkLst>
        </pc:spChg>
        <pc:spChg chg="add mod">
          <ac:chgData name="Alice Grieco" userId="ef9d35ba-81af-4831-9ea5-c7674959d59c" providerId="ADAL" clId="{2CBE5346-5CB5-4A9F-BF36-DB4FF9B393A9}" dt="2025-12-14T21:57:17.150" v="3584" actId="208"/>
          <ac:spMkLst>
            <pc:docMk/>
            <pc:sldMk cId="4259385440" sldId="273"/>
            <ac:spMk id="20" creationId="{1FBC86E9-D047-6884-CA5F-32997AC676BA}"/>
          </ac:spMkLst>
        </pc:spChg>
        <pc:spChg chg="add mod">
          <ac:chgData name="Alice Grieco" userId="ef9d35ba-81af-4831-9ea5-c7674959d59c" providerId="ADAL" clId="{2CBE5346-5CB5-4A9F-BF36-DB4FF9B393A9}" dt="2025-12-14T21:57:24.739" v="3586" actId="208"/>
          <ac:spMkLst>
            <pc:docMk/>
            <pc:sldMk cId="4259385440" sldId="273"/>
            <ac:spMk id="21" creationId="{8BFAF6A0-4378-EA0C-0CE8-E37F7EB9F105}"/>
          </ac:spMkLst>
        </pc:spChg>
        <pc:spChg chg="add mod">
          <ac:chgData name="Alice Grieco" userId="ef9d35ba-81af-4831-9ea5-c7674959d59c" providerId="ADAL" clId="{2CBE5346-5CB5-4A9F-BF36-DB4FF9B393A9}" dt="2025-12-14T21:57:30.662" v="3588" actId="208"/>
          <ac:spMkLst>
            <pc:docMk/>
            <pc:sldMk cId="4259385440" sldId="273"/>
            <ac:spMk id="22" creationId="{69AFA807-8538-1AE4-6B98-32C10AAADCFF}"/>
          </ac:spMkLst>
        </pc:spChg>
        <pc:picChg chg="mod">
          <ac:chgData name="Alice Grieco" userId="ef9d35ba-81af-4831-9ea5-c7674959d59c" providerId="ADAL" clId="{2CBE5346-5CB5-4A9F-BF36-DB4FF9B393A9}" dt="2025-12-14T21:59:28.854" v="3614" actId="14100"/>
          <ac:picMkLst>
            <pc:docMk/>
            <pc:sldMk cId="4259385440" sldId="273"/>
            <ac:picMk id="15" creationId="{7A54A262-5165-052D-1F1C-147DBE3F3578}"/>
          </ac:picMkLst>
        </pc:picChg>
        <pc:picChg chg="mod modCrop">
          <ac:chgData name="Alice Grieco" userId="ef9d35ba-81af-4831-9ea5-c7674959d59c" providerId="ADAL" clId="{2CBE5346-5CB5-4A9F-BF36-DB4FF9B393A9}" dt="2025-12-14T21:59:40.484" v="3616" actId="14100"/>
          <ac:picMkLst>
            <pc:docMk/>
            <pc:sldMk cId="4259385440" sldId="273"/>
            <ac:picMk id="17" creationId="{2BB09CCD-DCE9-3FFA-1F42-9C1ED863F728}"/>
          </ac:picMkLst>
        </pc:picChg>
        <pc:picChg chg="add mod">
          <ac:chgData name="Alice Grieco" userId="ef9d35ba-81af-4831-9ea5-c7674959d59c" providerId="ADAL" clId="{2CBE5346-5CB5-4A9F-BF36-DB4FF9B393A9}" dt="2025-12-15T11:53:38.391" v="4082"/>
          <ac:picMkLst>
            <pc:docMk/>
            <pc:sldMk cId="4259385440" sldId="273"/>
            <ac:picMk id="23" creationId="{390139B6-1F6A-5FD7-00E6-81EDAAD33CFC}"/>
          </ac:picMkLst>
        </pc:picChg>
      </pc:sldChg>
      <pc:sldChg chg="addSp delSp modSp mod modTransition">
        <pc:chgData name="Alice Grieco" userId="ef9d35ba-81af-4831-9ea5-c7674959d59c" providerId="ADAL" clId="{2CBE5346-5CB5-4A9F-BF36-DB4FF9B393A9}" dt="2025-12-17T11:42:22.613" v="4338" actId="14100"/>
        <pc:sldMkLst>
          <pc:docMk/>
          <pc:sldMk cId="3184826080" sldId="274"/>
        </pc:sldMkLst>
        <pc:spChg chg="mod">
          <ac:chgData name="Alice Grieco" userId="ef9d35ba-81af-4831-9ea5-c7674959d59c" providerId="ADAL" clId="{2CBE5346-5CB5-4A9F-BF36-DB4FF9B393A9}" dt="2025-12-14T21:33:44.538" v="3446" actId="1076"/>
          <ac:spMkLst>
            <pc:docMk/>
            <pc:sldMk cId="3184826080" sldId="274"/>
            <ac:spMk id="2" creationId="{A944AD58-AB62-46F6-79E2-93B59653CBB6}"/>
          </ac:spMkLst>
        </pc:spChg>
        <pc:spChg chg="add mod">
          <ac:chgData name="Alice Grieco" userId="ef9d35ba-81af-4831-9ea5-c7674959d59c" providerId="ADAL" clId="{2CBE5346-5CB5-4A9F-BF36-DB4FF9B393A9}" dt="2025-12-14T21:11:30.594" v="3223"/>
          <ac:spMkLst>
            <pc:docMk/>
            <pc:sldMk cId="3184826080" sldId="274"/>
            <ac:spMk id="4" creationId="{0D13ABFD-5137-4AB8-45D9-F7A6BD1E83EC}"/>
          </ac:spMkLst>
        </pc:spChg>
        <pc:spChg chg="mod">
          <ac:chgData name="Alice Grieco" userId="ef9d35ba-81af-4831-9ea5-c7674959d59c" providerId="ADAL" clId="{2CBE5346-5CB5-4A9F-BF36-DB4FF9B393A9}" dt="2025-12-14T21:31:36.566" v="3429" actId="1076"/>
          <ac:spMkLst>
            <pc:docMk/>
            <pc:sldMk cId="3184826080" sldId="274"/>
            <ac:spMk id="5" creationId="{468BE0C4-1FBA-1B62-7C20-E50F6E28B6C6}"/>
          </ac:spMkLst>
        </pc:spChg>
        <pc:spChg chg="mod">
          <ac:chgData name="Alice Grieco" userId="ef9d35ba-81af-4831-9ea5-c7674959d59c" providerId="ADAL" clId="{2CBE5346-5CB5-4A9F-BF36-DB4FF9B393A9}" dt="2025-12-14T21:34:22.458" v="3453" actId="1076"/>
          <ac:spMkLst>
            <pc:docMk/>
            <pc:sldMk cId="3184826080" sldId="274"/>
            <ac:spMk id="10" creationId="{D085B80A-E5AF-8B8F-55E0-6D93409E7003}"/>
          </ac:spMkLst>
        </pc:spChg>
        <pc:spChg chg="add mod">
          <ac:chgData name="Alice Grieco" userId="ef9d35ba-81af-4831-9ea5-c7674959d59c" providerId="ADAL" clId="{2CBE5346-5CB5-4A9F-BF36-DB4FF9B393A9}" dt="2025-12-14T21:33:28.150" v="3443" actId="208"/>
          <ac:spMkLst>
            <pc:docMk/>
            <pc:sldMk cId="3184826080" sldId="274"/>
            <ac:spMk id="11" creationId="{0E2045E7-FAF9-11F6-3154-67087716197D}"/>
          </ac:spMkLst>
        </pc:spChg>
        <pc:spChg chg="add mod">
          <ac:chgData name="Alice Grieco" userId="ef9d35ba-81af-4831-9ea5-c7674959d59c" providerId="ADAL" clId="{2CBE5346-5CB5-4A9F-BF36-DB4FF9B393A9}" dt="2025-12-14T21:33:16.505" v="3441" actId="208"/>
          <ac:spMkLst>
            <pc:docMk/>
            <pc:sldMk cId="3184826080" sldId="274"/>
            <ac:spMk id="13" creationId="{22B4AF28-52F9-92DC-7F57-A2AEFF6F3B55}"/>
          </ac:spMkLst>
        </pc:spChg>
        <pc:spChg chg="mod">
          <ac:chgData name="Alice Grieco" userId="ef9d35ba-81af-4831-9ea5-c7674959d59c" providerId="ADAL" clId="{2CBE5346-5CB5-4A9F-BF36-DB4FF9B393A9}" dt="2025-12-16T18:21:50.630" v="4091" actId="14100"/>
          <ac:spMkLst>
            <pc:docMk/>
            <pc:sldMk cId="3184826080" sldId="274"/>
            <ac:spMk id="15" creationId="{99652306-FD7C-C4E1-F2D3-7662CFBF7C40}"/>
          </ac:spMkLst>
        </pc:spChg>
        <pc:spChg chg="mod">
          <ac:chgData name="Alice Grieco" userId="ef9d35ba-81af-4831-9ea5-c7674959d59c" providerId="ADAL" clId="{2CBE5346-5CB5-4A9F-BF36-DB4FF9B393A9}" dt="2025-12-17T11:42:22.613" v="4338" actId="14100"/>
          <ac:spMkLst>
            <pc:docMk/>
            <pc:sldMk cId="3184826080" sldId="274"/>
            <ac:spMk id="16" creationId="{B21844C1-F687-C678-C3F8-CB7F61FD750E}"/>
          </ac:spMkLst>
        </pc:spChg>
        <pc:spChg chg="add mod">
          <ac:chgData name="Alice Grieco" userId="ef9d35ba-81af-4831-9ea5-c7674959d59c" providerId="ADAL" clId="{2CBE5346-5CB5-4A9F-BF36-DB4FF9B393A9}" dt="2025-12-14T21:33:24.781" v="3442" actId="208"/>
          <ac:spMkLst>
            <pc:docMk/>
            <pc:sldMk cId="3184826080" sldId="274"/>
            <ac:spMk id="17" creationId="{0A7578B7-B59E-31DB-92A0-C96CD50C269D}"/>
          </ac:spMkLst>
        </pc:spChg>
        <pc:spChg chg="add mod">
          <ac:chgData name="Alice Grieco" userId="ef9d35ba-81af-4831-9ea5-c7674959d59c" providerId="ADAL" clId="{2CBE5346-5CB5-4A9F-BF36-DB4FF9B393A9}" dt="2025-12-14T21:31:59.669" v="3430"/>
          <ac:spMkLst>
            <pc:docMk/>
            <pc:sldMk cId="3184826080" sldId="274"/>
            <ac:spMk id="18" creationId="{497CCD01-378A-F51B-92CD-7AC259069CC4}"/>
          </ac:spMkLst>
        </pc:spChg>
        <pc:spChg chg="add mod">
          <ac:chgData name="Alice Grieco" userId="ef9d35ba-81af-4831-9ea5-c7674959d59c" providerId="ADAL" clId="{2CBE5346-5CB5-4A9F-BF36-DB4FF9B393A9}" dt="2025-12-14T21:33:09.097" v="3439" actId="208"/>
          <ac:spMkLst>
            <pc:docMk/>
            <pc:sldMk cId="3184826080" sldId="274"/>
            <ac:spMk id="19" creationId="{0F4C6F96-3850-AD37-4CE3-BEA0F992923D}"/>
          </ac:spMkLst>
        </pc:spChg>
        <pc:picChg chg="mod">
          <ac:chgData name="Alice Grieco" userId="ef9d35ba-81af-4831-9ea5-c7674959d59c" providerId="ADAL" clId="{2CBE5346-5CB5-4A9F-BF36-DB4FF9B393A9}" dt="2025-12-17T10:23:02.301" v="4287" actId="1076"/>
          <ac:picMkLst>
            <pc:docMk/>
            <pc:sldMk cId="3184826080" sldId="274"/>
            <ac:picMk id="12" creationId="{942EF86E-DFEC-7860-5F2F-F8538249F5EA}"/>
          </ac:picMkLst>
        </pc:picChg>
        <pc:picChg chg="mod">
          <ac:chgData name="Alice Grieco" userId="ef9d35ba-81af-4831-9ea5-c7674959d59c" providerId="ADAL" clId="{2CBE5346-5CB5-4A9F-BF36-DB4FF9B393A9}" dt="2025-12-14T21:49:45.800" v="3526" actId="1076"/>
          <ac:picMkLst>
            <pc:docMk/>
            <pc:sldMk cId="3184826080" sldId="274"/>
            <ac:picMk id="14" creationId="{DAB60A9D-77F5-6F1D-0AEC-78D5EB3A7089}"/>
          </ac:picMkLst>
        </pc:picChg>
        <pc:picChg chg="add mod">
          <ac:chgData name="Alice Grieco" userId="ef9d35ba-81af-4831-9ea5-c7674959d59c" providerId="ADAL" clId="{2CBE5346-5CB5-4A9F-BF36-DB4FF9B393A9}" dt="2025-12-15T11:53:28.965" v="4079"/>
          <ac:picMkLst>
            <pc:docMk/>
            <pc:sldMk cId="3184826080" sldId="274"/>
            <ac:picMk id="20" creationId="{B8B1B70C-5085-C20F-FD8B-1FC9759A50CA}"/>
          </ac:picMkLst>
        </pc:picChg>
      </pc:sldChg>
      <pc:sldChg chg="addSp delSp modSp mod modTransition">
        <pc:chgData name="Alice Grieco" userId="ef9d35ba-81af-4831-9ea5-c7674959d59c" providerId="ADAL" clId="{2CBE5346-5CB5-4A9F-BF36-DB4FF9B393A9}" dt="2025-12-15T11:53:24.999" v="4078"/>
        <pc:sldMkLst>
          <pc:docMk/>
          <pc:sldMk cId="2835672885" sldId="275"/>
        </pc:sldMkLst>
        <pc:spChg chg="mod">
          <ac:chgData name="Alice Grieco" userId="ef9d35ba-81af-4831-9ea5-c7674959d59c" providerId="ADAL" clId="{2CBE5346-5CB5-4A9F-BF36-DB4FF9B393A9}" dt="2025-12-14T21:28:33.329" v="3406" actId="20577"/>
          <ac:spMkLst>
            <pc:docMk/>
            <pc:sldMk cId="2835672885" sldId="275"/>
            <ac:spMk id="2" creationId="{A16C494A-FE8D-4A26-0CE0-9CC592A284E4}"/>
          </ac:spMkLst>
        </pc:spChg>
        <pc:spChg chg="add mod">
          <ac:chgData name="Alice Grieco" userId="ef9d35ba-81af-4831-9ea5-c7674959d59c" providerId="ADAL" clId="{2CBE5346-5CB5-4A9F-BF36-DB4FF9B393A9}" dt="2025-12-14T21:11:27.095" v="3222"/>
          <ac:spMkLst>
            <pc:docMk/>
            <pc:sldMk cId="2835672885" sldId="275"/>
            <ac:spMk id="4" creationId="{AC084DA2-D127-02B5-BC52-33C40F1D4447}"/>
          </ac:spMkLst>
        </pc:spChg>
        <pc:spChg chg="mod">
          <ac:chgData name="Alice Grieco" userId="ef9d35ba-81af-4831-9ea5-c7674959d59c" providerId="ADAL" clId="{2CBE5346-5CB5-4A9F-BF36-DB4FF9B393A9}" dt="2025-12-14T21:29:18.343" v="3414" actId="1076"/>
          <ac:spMkLst>
            <pc:docMk/>
            <pc:sldMk cId="2835672885" sldId="275"/>
            <ac:spMk id="5" creationId="{241B676F-CBA7-B2D8-469B-9FF72B81F273}"/>
          </ac:spMkLst>
        </pc:spChg>
        <pc:spChg chg="add mod">
          <ac:chgData name="Alice Grieco" userId="ef9d35ba-81af-4831-9ea5-c7674959d59c" providerId="ADAL" clId="{2CBE5346-5CB5-4A9F-BF36-DB4FF9B393A9}" dt="2025-12-14T21:28:00.472" v="3377"/>
          <ac:spMkLst>
            <pc:docMk/>
            <pc:sldMk cId="2835672885" sldId="275"/>
            <ac:spMk id="10" creationId="{3A436FEC-582D-5825-EAB4-504913AD29BB}"/>
          </ac:spMkLst>
        </pc:spChg>
        <pc:spChg chg="add mod">
          <ac:chgData name="Alice Grieco" userId="ef9d35ba-81af-4831-9ea5-c7674959d59c" providerId="ADAL" clId="{2CBE5346-5CB5-4A9F-BF36-DB4FF9B393A9}" dt="2025-12-14T21:28:00.472" v="3377"/>
          <ac:spMkLst>
            <pc:docMk/>
            <pc:sldMk cId="2835672885" sldId="275"/>
            <ac:spMk id="12" creationId="{44B19F30-2B00-644B-7D99-3C554DB0989B}"/>
          </ac:spMkLst>
        </pc:spChg>
        <pc:spChg chg="add mod">
          <ac:chgData name="Alice Grieco" userId="ef9d35ba-81af-4831-9ea5-c7674959d59c" providerId="ADAL" clId="{2CBE5346-5CB5-4A9F-BF36-DB4FF9B393A9}" dt="2025-12-14T21:28:00.472" v="3377"/>
          <ac:spMkLst>
            <pc:docMk/>
            <pc:sldMk cId="2835672885" sldId="275"/>
            <ac:spMk id="14" creationId="{4C65AC1D-23D1-9795-E823-589F93F57E1E}"/>
          </ac:spMkLst>
        </pc:spChg>
        <pc:spChg chg="add mod">
          <ac:chgData name="Alice Grieco" userId="ef9d35ba-81af-4831-9ea5-c7674959d59c" providerId="ADAL" clId="{2CBE5346-5CB5-4A9F-BF36-DB4FF9B393A9}" dt="2025-12-14T21:28:00.472" v="3377"/>
          <ac:spMkLst>
            <pc:docMk/>
            <pc:sldMk cId="2835672885" sldId="275"/>
            <ac:spMk id="16" creationId="{E9EF5847-CAAE-45CF-6260-BF2046B992A6}"/>
          </ac:spMkLst>
        </pc:spChg>
        <pc:spChg chg="mod">
          <ac:chgData name="Alice Grieco" userId="ef9d35ba-81af-4831-9ea5-c7674959d59c" providerId="ADAL" clId="{2CBE5346-5CB5-4A9F-BF36-DB4FF9B393A9}" dt="2025-12-14T21:30:09.087" v="3421" actId="14100"/>
          <ac:spMkLst>
            <pc:docMk/>
            <pc:sldMk cId="2835672885" sldId="275"/>
            <ac:spMk id="18" creationId="{BCA3A085-C665-FD60-D191-244FD251573F}"/>
          </ac:spMkLst>
        </pc:spChg>
        <pc:spChg chg="mod">
          <ac:chgData name="Alice Grieco" userId="ef9d35ba-81af-4831-9ea5-c7674959d59c" providerId="ADAL" clId="{2CBE5346-5CB5-4A9F-BF36-DB4FF9B393A9}" dt="2025-12-14T21:30:52.500" v="3428" actId="1076"/>
          <ac:spMkLst>
            <pc:docMk/>
            <pc:sldMk cId="2835672885" sldId="275"/>
            <ac:spMk id="19" creationId="{9C392CD6-E8DA-3AE4-A302-2440AD7567A2}"/>
          </ac:spMkLst>
        </pc:spChg>
        <pc:spChg chg="add mod">
          <ac:chgData name="Alice Grieco" userId="ef9d35ba-81af-4831-9ea5-c7674959d59c" providerId="ADAL" clId="{2CBE5346-5CB5-4A9F-BF36-DB4FF9B393A9}" dt="2025-12-14T21:28:00.472" v="3377"/>
          <ac:spMkLst>
            <pc:docMk/>
            <pc:sldMk cId="2835672885" sldId="275"/>
            <ac:spMk id="20" creationId="{9BDCF285-B7A5-B18F-AC5F-F21974D4F8BB}"/>
          </ac:spMkLst>
        </pc:spChg>
        <pc:picChg chg="mod">
          <ac:chgData name="Alice Grieco" userId="ef9d35ba-81af-4831-9ea5-c7674959d59c" providerId="ADAL" clId="{2CBE5346-5CB5-4A9F-BF36-DB4FF9B393A9}" dt="2025-12-14T21:29:10.296" v="3413" actId="1076"/>
          <ac:picMkLst>
            <pc:docMk/>
            <pc:sldMk cId="2835672885" sldId="275"/>
            <ac:picMk id="11" creationId="{586B9BF1-718C-7343-FE11-C50A3C7E1697}"/>
          </ac:picMkLst>
        </pc:picChg>
        <pc:picChg chg="mod">
          <ac:chgData name="Alice Grieco" userId="ef9d35ba-81af-4831-9ea5-c7674959d59c" providerId="ADAL" clId="{2CBE5346-5CB5-4A9F-BF36-DB4FF9B393A9}" dt="2025-12-14T21:29:07.369" v="3412" actId="1076"/>
          <ac:picMkLst>
            <pc:docMk/>
            <pc:sldMk cId="2835672885" sldId="275"/>
            <ac:picMk id="13" creationId="{47A1F0C4-A378-333B-D6CC-D71CF3BC9915}"/>
          </ac:picMkLst>
        </pc:picChg>
        <pc:picChg chg="mod">
          <ac:chgData name="Alice Grieco" userId="ef9d35ba-81af-4831-9ea5-c7674959d59c" providerId="ADAL" clId="{2CBE5346-5CB5-4A9F-BF36-DB4FF9B393A9}" dt="2025-12-14T21:30:45.297" v="3427" actId="1076"/>
          <ac:picMkLst>
            <pc:docMk/>
            <pc:sldMk cId="2835672885" sldId="275"/>
            <ac:picMk id="15" creationId="{E1FD348A-572A-7D72-5AB0-8F3628082067}"/>
          </ac:picMkLst>
        </pc:picChg>
        <pc:picChg chg="mod">
          <ac:chgData name="Alice Grieco" userId="ef9d35ba-81af-4831-9ea5-c7674959d59c" providerId="ADAL" clId="{2CBE5346-5CB5-4A9F-BF36-DB4FF9B393A9}" dt="2025-12-14T21:29:33.151" v="3416" actId="1076"/>
          <ac:picMkLst>
            <pc:docMk/>
            <pc:sldMk cId="2835672885" sldId="275"/>
            <ac:picMk id="17" creationId="{CD5DBCCF-8B73-4779-C653-5CAF983CA73B}"/>
          </ac:picMkLst>
        </pc:picChg>
        <pc:picChg chg="add mod">
          <ac:chgData name="Alice Grieco" userId="ef9d35ba-81af-4831-9ea5-c7674959d59c" providerId="ADAL" clId="{2CBE5346-5CB5-4A9F-BF36-DB4FF9B393A9}" dt="2025-12-15T11:53:24.999" v="4078"/>
          <ac:picMkLst>
            <pc:docMk/>
            <pc:sldMk cId="2835672885" sldId="275"/>
            <ac:picMk id="21" creationId="{98F1B99B-3A9C-A194-FEAA-327C09A6FAEF}"/>
          </ac:picMkLst>
        </pc:picChg>
      </pc:sldChg>
      <pc:sldChg chg="addSp delSp modSp mod modTransition">
        <pc:chgData name="Alice Grieco" userId="ef9d35ba-81af-4831-9ea5-c7674959d59c" providerId="ADAL" clId="{2CBE5346-5CB5-4A9F-BF36-DB4FF9B393A9}" dt="2025-12-15T11:53:44.092" v="4083"/>
        <pc:sldMkLst>
          <pc:docMk/>
          <pc:sldMk cId="2098645471" sldId="276"/>
        </pc:sldMkLst>
        <pc:spChg chg="mod">
          <ac:chgData name="Alice Grieco" userId="ef9d35ba-81af-4831-9ea5-c7674959d59c" providerId="ADAL" clId="{2CBE5346-5CB5-4A9F-BF36-DB4FF9B393A9}" dt="2025-12-14T22:01:46.915" v="3619" actId="1076"/>
          <ac:spMkLst>
            <pc:docMk/>
            <pc:sldMk cId="2098645471" sldId="276"/>
            <ac:spMk id="3" creationId="{22B12B96-54DA-3CA9-EFF2-68A65924919C}"/>
          </ac:spMkLst>
        </pc:spChg>
        <pc:spChg chg="add mod">
          <ac:chgData name="Alice Grieco" userId="ef9d35ba-81af-4831-9ea5-c7674959d59c" providerId="ADAL" clId="{2CBE5346-5CB5-4A9F-BF36-DB4FF9B393A9}" dt="2025-12-14T21:11:46.834" v="3227"/>
          <ac:spMkLst>
            <pc:docMk/>
            <pc:sldMk cId="2098645471" sldId="276"/>
            <ac:spMk id="4" creationId="{F525AF32-CE33-65E1-6A62-952E64241F80}"/>
          </ac:spMkLst>
        </pc:spChg>
        <pc:spChg chg="mod">
          <ac:chgData name="Alice Grieco" userId="ef9d35ba-81af-4831-9ea5-c7674959d59c" providerId="ADAL" clId="{2CBE5346-5CB5-4A9F-BF36-DB4FF9B393A9}" dt="2025-12-14T22:01:58.978" v="3624" actId="1076"/>
          <ac:spMkLst>
            <pc:docMk/>
            <pc:sldMk cId="2098645471" sldId="276"/>
            <ac:spMk id="5" creationId="{C15E12CD-DED5-C36E-54D8-C44ED3B341DD}"/>
          </ac:spMkLst>
        </pc:spChg>
        <pc:spChg chg="add mod">
          <ac:chgData name="Alice Grieco" userId="ef9d35ba-81af-4831-9ea5-c7674959d59c" providerId="ADAL" clId="{2CBE5346-5CB5-4A9F-BF36-DB4FF9B393A9}" dt="2025-12-14T22:04:06.775" v="3630"/>
          <ac:spMkLst>
            <pc:docMk/>
            <pc:sldMk cId="2098645471" sldId="276"/>
            <ac:spMk id="15" creationId="{13A88405-BBF9-A4F9-D9BD-34C0B0BE751C}"/>
          </ac:spMkLst>
        </pc:spChg>
        <pc:spChg chg="add mod">
          <ac:chgData name="Alice Grieco" userId="ef9d35ba-81af-4831-9ea5-c7674959d59c" providerId="ADAL" clId="{2CBE5346-5CB5-4A9F-BF36-DB4FF9B393A9}" dt="2025-12-14T22:04:43.576" v="3641"/>
          <ac:spMkLst>
            <pc:docMk/>
            <pc:sldMk cId="2098645471" sldId="276"/>
            <ac:spMk id="17" creationId="{945DE988-91A6-E6F3-E39E-6FE34592E1A9}"/>
          </ac:spMkLst>
        </pc:spChg>
        <pc:spChg chg="add mod">
          <ac:chgData name="Alice Grieco" userId="ef9d35ba-81af-4831-9ea5-c7674959d59c" providerId="ADAL" clId="{2CBE5346-5CB5-4A9F-BF36-DB4FF9B393A9}" dt="2025-12-14T22:04:43.576" v="3641"/>
          <ac:spMkLst>
            <pc:docMk/>
            <pc:sldMk cId="2098645471" sldId="276"/>
            <ac:spMk id="18" creationId="{B7C0B290-44DA-377E-9555-D5CAD43993B0}"/>
          </ac:spMkLst>
        </pc:spChg>
        <pc:spChg chg="add mod">
          <ac:chgData name="Alice Grieco" userId="ef9d35ba-81af-4831-9ea5-c7674959d59c" providerId="ADAL" clId="{2CBE5346-5CB5-4A9F-BF36-DB4FF9B393A9}" dt="2025-12-14T22:04:43.576" v="3641"/>
          <ac:spMkLst>
            <pc:docMk/>
            <pc:sldMk cId="2098645471" sldId="276"/>
            <ac:spMk id="20" creationId="{549225B0-660A-4EB7-DE73-18E43B123B68}"/>
          </ac:spMkLst>
        </pc:spChg>
        <pc:spChg chg="add mod">
          <ac:chgData name="Alice Grieco" userId="ef9d35ba-81af-4831-9ea5-c7674959d59c" providerId="ADAL" clId="{2CBE5346-5CB5-4A9F-BF36-DB4FF9B393A9}" dt="2025-12-14T22:04:43.576" v="3641"/>
          <ac:spMkLst>
            <pc:docMk/>
            <pc:sldMk cId="2098645471" sldId="276"/>
            <ac:spMk id="21" creationId="{B85A8C56-7B68-F06F-9619-46CDC7C2E80E}"/>
          </ac:spMkLst>
        </pc:spChg>
        <pc:spChg chg="add mod">
          <ac:chgData name="Alice Grieco" userId="ef9d35ba-81af-4831-9ea5-c7674959d59c" providerId="ADAL" clId="{2CBE5346-5CB5-4A9F-BF36-DB4FF9B393A9}" dt="2025-12-14T22:04:43.576" v="3641"/>
          <ac:spMkLst>
            <pc:docMk/>
            <pc:sldMk cId="2098645471" sldId="276"/>
            <ac:spMk id="22" creationId="{95C73C9B-5374-3905-9DD5-6888EFD98240}"/>
          </ac:spMkLst>
        </pc:spChg>
        <pc:picChg chg="mod">
          <ac:chgData name="Alice Grieco" userId="ef9d35ba-81af-4831-9ea5-c7674959d59c" providerId="ADAL" clId="{2CBE5346-5CB5-4A9F-BF36-DB4FF9B393A9}" dt="2025-12-14T22:04:53.922" v="3643" actId="14100"/>
          <ac:picMkLst>
            <pc:docMk/>
            <pc:sldMk cId="2098645471" sldId="276"/>
            <ac:picMk id="16" creationId="{9FE8D4E5-9497-ED0E-9BA7-A78C83F9DFA8}"/>
          </ac:picMkLst>
        </pc:picChg>
        <pc:picChg chg="mod">
          <ac:chgData name="Alice Grieco" userId="ef9d35ba-81af-4831-9ea5-c7674959d59c" providerId="ADAL" clId="{2CBE5346-5CB5-4A9F-BF36-DB4FF9B393A9}" dt="2025-12-14T22:05:01.404" v="3645" actId="14100"/>
          <ac:picMkLst>
            <pc:docMk/>
            <pc:sldMk cId="2098645471" sldId="276"/>
            <ac:picMk id="19" creationId="{CB77B881-AC1D-4FC1-EB0F-1868B311548D}"/>
          </ac:picMkLst>
        </pc:picChg>
        <pc:picChg chg="add mod">
          <ac:chgData name="Alice Grieco" userId="ef9d35ba-81af-4831-9ea5-c7674959d59c" providerId="ADAL" clId="{2CBE5346-5CB5-4A9F-BF36-DB4FF9B393A9}" dt="2025-12-15T11:53:44.092" v="4083"/>
          <ac:picMkLst>
            <pc:docMk/>
            <pc:sldMk cId="2098645471" sldId="276"/>
            <ac:picMk id="23" creationId="{62BED27D-A05C-9667-6588-745A82454F5B}"/>
          </ac:picMkLst>
        </pc:picChg>
      </pc:sldChg>
      <pc:sldChg chg="addSp delSp modSp mod modTransition">
        <pc:chgData name="Alice Grieco" userId="ef9d35ba-81af-4831-9ea5-c7674959d59c" providerId="ADAL" clId="{2CBE5346-5CB5-4A9F-BF36-DB4FF9B393A9}" dt="2025-12-15T11:53:36.518" v="4081"/>
        <pc:sldMkLst>
          <pc:docMk/>
          <pc:sldMk cId="3776868186" sldId="277"/>
        </pc:sldMkLst>
        <pc:spChg chg="mod">
          <ac:chgData name="Alice Grieco" userId="ef9d35ba-81af-4831-9ea5-c7674959d59c" providerId="ADAL" clId="{2CBE5346-5CB5-4A9F-BF36-DB4FF9B393A9}" dt="2025-12-14T21:50:18.290" v="3531" actId="1076"/>
          <ac:spMkLst>
            <pc:docMk/>
            <pc:sldMk cId="3776868186" sldId="277"/>
            <ac:spMk id="2" creationId="{28FB9E0E-1B22-5522-98F7-47C507DBDE10}"/>
          </ac:spMkLst>
        </pc:spChg>
        <pc:spChg chg="add mod">
          <ac:chgData name="Alice Grieco" userId="ef9d35ba-81af-4831-9ea5-c7674959d59c" providerId="ADAL" clId="{2CBE5346-5CB5-4A9F-BF36-DB4FF9B393A9}" dt="2025-12-14T21:11:41.164" v="3225"/>
          <ac:spMkLst>
            <pc:docMk/>
            <pc:sldMk cId="3776868186" sldId="277"/>
            <ac:spMk id="3" creationId="{498AC0C4-1FD2-1790-94F8-30787504D439}"/>
          </ac:spMkLst>
        </pc:spChg>
        <pc:spChg chg="add mod">
          <ac:chgData name="Alice Grieco" userId="ef9d35ba-81af-4831-9ea5-c7674959d59c" providerId="ADAL" clId="{2CBE5346-5CB5-4A9F-BF36-DB4FF9B393A9}" dt="2025-12-14T21:54:47.297" v="3559" actId="108"/>
          <ac:spMkLst>
            <pc:docMk/>
            <pc:sldMk cId="3776868186" sldId="277"/>
            <ac:spMk id="4" creationId="{011CD561-B736-0086-703B-945BA6F5D67D}"/>
          </ac:spMkLst>
        </pc:spChg>
        <pc:spChg chg="mod">
          <ac:chgData name="Alice Grieco" userId="ef9d35ba-81af-4831-9ea5-c7674959d59c" providerId="ADAL" clId="{2CBE5346-5CB5-4A9F-BF36-DB4FF9B393A9}" dt="2025-12-14T21:50:23.965" v="3532" actId="1076"/>
          <ac:spMkLst>
            <pc:docMk/>
            <pc:sldMk cId="3776868186" sldId="277"/>
            <ac:spMk id="5" creationId="{87B1CFC4-0550-E511-8D26-AA31A521720C}"/>
          </ac:spMkLst>
        </pc:spChg>
        <pc:spChg chg="mod">
          <ac:chgData name="Alice Grieco" userId="ef9d35ba-81af-4831-9ea5-c7674959d59c" providerId="ADAL" clId="{2CBE5346-5CB5-4A9F-BF36-DB4FF9B393A9}" dt="2025-12-14T22:27:41.517" v="3873" actId="1076"/>
          <ac:spMkLst>
            <pc:docMk/>
            <pc:sldMk cId="3776868186" sldId="277"/>
            <ac:spMk id="12" creationId="{DD2FC85A-6004-7D7D-BE02-857953669521}"/>
          </ac:spMkLst>
        </pc:spChg>
        <pc:spChg chg="mod">
          <ac:chgData name="Alice Grieco" userId="ef9d35ba-81af-4831-9ea5-c7674959d59c" providerId="ADAL" clId="{2CBE5346-5CB5-4A9F-BF36-DB4FF9B393A9}" dt="2025-12-14T22:27:44.048" v="3874" actId="1076"/>
          <ac:spMkLst>
            <pc:docMk/>
            <pc:sldMk cId="3776868186" sldId="277"/>
            <ac:spMk id="13" creationId="{B499CBDE-F725-4299-A1B6-8F4292FF51B7}"/>
          </ac:spMkLst>
        </pc:spChg>
        <pc:spChg chg="mod">
          <ac:chgData name="Alice Grieco" userId="ef9d35ba-81af-4831-9ea5-c7674959d59c" providerId="ADAL" clId="{2CBE5346-5CB5-4A9F-BF36-DB4FF9B393A9}" dt="2025-12-14T22:27:48.509" v="3875" actId="1076"/>
          <ac:spMkLst>
            <pc:docMk/>
            <pc:sldMk cId="3776868186" sldId="277"/>
            <ac:spMk id="14" creationId="{F1AA34C7-6754-EC5D-4D77-BE848EAF4912}"/>
          </ac:spMkLst>
        </pc:spChg>
        <pc:spChg chg="add mod">
          <ac:chgData name="Alice Grieco" userId="ef9d35ba-81af-4831-9ea5-c7674959d59c" providerId="ADAL" clId="{2CBE5346-5CB5-4A9F-BF36-DB4FF9B393A9}" dt="2025-12-14T21:55:58.711" v="3571" actId="688"/>
          <ac:spMkLst>
            <pc:docMk/>
            <pc:sldMk cId="3776868186" sldId="277"/>
            <ac:spMk id="15" creationId="{428293BF-1D17-8B36-B623-C8D529661429}"/>
          </ac:spMkLst>
        </pc:spChg>
        <pc:spChg chg="add mod">
          <ac:chgData name="Alice Grieco" userId="ef9d35ba-81af-4831-9ea5-c7674959d59c" providerId="ADAL" clId="{2CBE5346-5CB5-4A9F-BF36-DB4FF9B393A9}" dt="2025-12-14T21:54:53.886" v="3560"/>
          <ac:spMkLst>
            <pc:docMk/>
            <pc:sldMk cId="3776868186" sldId="277"/>
            <ac:spMk id="17" creationId="{6213C564-52CC-AE1C-77F7-C674C857C80A}"/>
          </ac:spMkLst>
        </pc:spChg>
        <pc:spChg chg="add mod">
          <ac:chgData name="Alice Grieco" userId="ef9d35ba-81af-4831-9ea5-c7674959d59c" providerId="ADAL" clId="{2CBE5346-5CB5-4A9F-BF36-DB4FF9B393A9}" dt="2025-12-14T21:55:09.115" v="3562" actId="108"/>
          <ac:spMkLst>
            <pc:docMk/>
            <pc:sldMk cId="3776868186" sldId="277"/>
            <ac:spMk id="18" creationId="{437805FD-9087-314B-D5D7-A65DCFEE0AD7}"/>
          </ac:spMkLst>
        </pc:spChg>
        <pc:spChg chg="add mod">
          <ac:chgData name="Alice Grieco" userId="ef9d35ba-81af-4831-9ea5-c7674959d59c" providerId="ADAL" clId="{2CBE5346-5CB5-4A9F-BF36-DB4FF9B393A9}" dt="2025-12-14T21:55:49.364" v="3570" actId="688"/>
          <ac:spMkLst>
            <pc:docMk/>
            <pc:sldMk cId="3776868186" sldId="277"/>
            <ac:spMk id="19" creationId="{96511390-73F0-29D0-DDC6-DC427162BC67}"/>
          </ac:spMkLst>
        </pc:spChg>
        <pc:picChg chg="mod">
          <ac:chgData name="Alice Grieco" userId="ef9d35ba-81af-4831-9ea5-c7674959d59c" providerId="ADAL" clId="{2CBE5346-5CB5-4A9F-BF36-DB4FF9B393A9}" dt="2025-12-14T22:27:57.269" v="3876" actId="1076"/>
          <ac:picMkLst>
            <pc:docMk/>
            <pc:sldMk cId="3776868186" sldId="277"/>
            <ac:picMk id="6" creationId="{3433D39B-967E-F3C1-D8FF-BAC86CBDC9F8}"/>
          </ac:picMkLst>
        </pc:picChg>
        <pc:picChg chg="mod">
          <ac:chgData name="Alice Grieco" userId="ef9d35ba-81af-4831-9ea5-c7674959d59c" providerId="ADAL" clId="{2CBE5346-5CB5-4A9F-BF36-DB4FF9B393A9}" dt="2025-12-14T21:51:24.155" v="3545" actId="1076"/>
          <ac:picMkLst>
            <pc:docMk/>
            <pc:sldMk cId="3776868186" sldId="277"/>
            <ac:picMk id="16" creationId="{7A6AFC6C-F567-5CAD-5FE6-76D8C4B903CB}"/>
          </ac:picMkLst>
        </pc:picChg>
        <pc:picChg chg="add mod">
          <ac:chgData name="Alice Grieco" userId="ef9d35ba-81af-4831-9ea5-c7674959d59c" providerId="ADAL" clId="{2CBE5346-5CB5-4A9F-BF36-DB4FF9B393A9}" dt="2025-12-15T11:53:36.518" v="4081"/>
          <ac:picMkLst>
            <pc:docMk/>
            <pc:sldMk cId="3776868186" sldId="277"/>
            <ac:picMk id="20" creationId="{B3E957A8-42E1-80E3-112C-28D748FE98BF}"/>
          </ac:picMkLst>
        </pc:picChg>
      </pc:sldChg>
      <pc:sldChg chg="addSp delSp modSp mod modTransition">
        <pc:chgData name="Alice Grieco" userId="ef9d35ba-81af-4831-9ea5-c7674959d59c" providerId="ADAL" clId="{2CBE5346-5CB5-4A9F-BF36-DB4FF9B393A9}" dt="2025-12-17T10:44:13.544" v="4302" actId="2085"/>
        <pc:sldMkLst>
          <pc:docMk/>
          <pc:sldMk cId="883361051" sldId="279"/>
        </pc:sldMkLst>
        <pc:spChg chg="mod">
          <ac:chgData name="Alice Grieco" userId="ef9d35ba-81af-4831-9ea5-c7674959d59c" providerId="ADAL" clId="{2CBE5346-5CB5-4A9F-BF36-DB4FF9B393A9}" dt="2025-12-15T11:55:59.640" v="4087" actId="1076"/>
          <ac:spMkLst>
            <pc:docMk/>
            <pc:sldMk cId="883361051" sldId="279"/>
            <ac:spMk id="3" creationId="{02EBCA00-0A67-95D1-2463-26711F03867B}"/>
          </ac:spMkLst>
        </pc:spChg>
        <pc:spChg chg="add mod">
          <ac:chgData name="Alice Grieco" userId="ef9d35ba-81af-4831-9ea5-c7674959d59c" providerId="ADAL" clId="{2CBE5346-5CB5-4A9F-BF36-DB4FF9B393A9}" dt="2025-12-14T21:11:48.550" v="3228"/>
          <ac:spMkLst>
            <pc:docMk/>
            <pc:sldMk cId="883361051" sldId="279"/>
            <ac:spMk id="4" creationId="{8A4F0B0E-BE4C-9FAA-C93D-8DE61ADAB2D7}"/>
          </ac:spMkLst>
        </pc:spChg>
        <pc:spChg chg="mod">
          <ac:chgData name="Alice Grieco" userId="ef9d35ba-81af-4831-9ea5-c7674959d59c" providerId="ADAL" clId="{2CBE5346-5CB5-4A9F-BF36-DB4FF9B393A9}" dt="2025-12-14T22:11:10.108" v="3713" actId="1076"/>
          <ac:spMkLst>
            <pc:docMk/>
            <pc:sldMk cId="883361051" sldId="279"/>
            <ac:spMk id="5" creationId="{02D6CCEF-E226-2259-3D25-526E57E59282}"/>
          </ac:spMkLst>
        </pc:spChg>
        <pc:spChg chg="add mod">
          <ac:chgData name="Alice Grieco" userId="ef9d35ba-81af-4831-9ea5-c7674959d59c" providerId="ADAL" clId="{2CBE5346-5CB5-4A9F-BF36-DB4FF9B393A9}" dt="2025-12-14T22:09:26.097" v="3691" actId="208"/>
          <ac:spMkLst>
            <pc:docMk/>
            <pc:sldMk cId="883361051" sldId="279"/>
            <ac:spMk id="11" creationId="{D74B20C1-5402-1CEE-56DF-97A596FC85F5}"/>
          </ac:spMkLst>
        </pc:spChg>
        <pc:spChg chg="add mod">
          <ac:chgData name="Alice Grieco" userId="ef9d35ba-81af-4831-9ea5-c7674959d59c" providerId="ADAL" clId="{2CBE5346-5CB5-4A9F-BF36-DB4FF9B393A9}" dt="2025-12-14T22:09:32.977" v="3693" actId="208"/>
          <ac:spMkLst>
            <pc:docMk/>
            <pc:sldMk cId="883361051" sldId="279"/>
            <ac:spMk id="12" creationId="{EA9E6017-19E4-65A0-DA9C-6FF0F00E3FAA}"/>
          </ac:spMkLst>
        </pc:spChg>
        <pc:spChg chg="add mod">
          <ac:chgData name="Alice Grieco" userId="ef9d35ba-81af-4831-9ea5-c7674959d59c" providerId="ADAL" clId="{2CBE5346-5CB5-4A9F-BF36-DB4FF9B393A9}" dt="2025-12-14T22:09:35.997" v="3695" actId="207"/>
          <ac:spMkLst>
            <pc:docMk/>
            <pc:sldMk cId="883361051" sldId="279"/>
            <ac:spMk id="13" creationId="{4529AD7D-DAF4-CC29-E501-939C0C25C008}"/>
          </ac:spMkLst>
        </pc:spChg>
        <pc:spChg chg="add mod">
          <ac:chgData name="Alice Grieco" userId="ef9d35ba-81af-4831-9ea5-c7674959d59c" providerId="ADAL" clId="{2CBE5346-5CB5-4A9F-BF36-DB4FF9B393A9}" dt="2025-12-14T22:08:38.642" v="3688"/>
          <ac:spMkLst>
            <pc:docMk/>
            <pc:sldMk cId="883361051" sldId="279"/>
            <ac:spMk id="14" creationId="{1FEDD83E-60C2-D7C9-DA8E-E840B98C9EAF}"/>
          </ac:spMkLst>
        </pc:spChg>
        <pc:spChg chg="mod">
          <ac:chgData name="Alice Grieco" userId="ef9d35ba-81af-4831-9ea5-c7674959d59c" providerId="ADAL" clId="{2CBE5346-5CB5-4A9F-BF36-DB4FF9B393A9}" dt="2025-12-17T10:44:07.555" v="4301" actId="2085"/>
          <ac:spMkLst>
            <pc:docMk/>
            <pc:sldMk cId="883361051" sldId="279"/>
            <ac:spMk id="15" creationId="{2F17F8ED-DA78-C19A-F2B0-019B8B9E2D49}"/>
          </ac:spMkLst>
        </pc:spChg>
        <pc:spChg chg="add mod">
          <ac:chgData name="Alice Grieco" userId="ef9d35ba-81af-4831-9ea5-c7674959d59c" providerId="ADAL" clId="{2CBE5346-5CB5-4A9F-BF36-DB4FF9B393A9}" dt="2025-12-14T22:08:38.642" v="3688"/>
          <ac:spMkLst>
            <pc:docMk/>
            <pc:sldMk cId="883361051" sldId="279"/>
            <ac:spMk id="16" creationId="{2FF203FF-724F-9049-EAFE-CD7206EA4B4B}"/>
          </ac:spMkLst>
        </pc:spChg>
        <pc:spChg chg="mod">
          <ac:chgData name="Alice Grieco" userId="ef9d35ba-81af-4831-9ea5-c7674959d59c" providerId="ADAL" clId="{2CBE5346-5CB5-4A9F-BF36-DB4FF9B393A9}" dt="2025-12-14T22:12:34.952" v="3731" actId="1076"/>
          <ac:spMkLst>
            <pc:docMk/>
            <pc:sldMk cId="883361051" sldId="279"/>
            <ac:spMk id="17" creationId="{E300D21E-5635-8513-A923-2987638E87FD}"/>
          </ac:spMkLst>
        </pc:spChg>
        <pc:spChg chg="mod">
          <ac:chgData name="Alice Grieco" userId="ef9d35ba-81af-4831-9ea5-c7674959d59c" providerId="ADAL" clId="{2CBE5346-5CB5-4A9F-BF36-DB4FF9B393A9}" dt="2025-12-17T10:44:13.544" v="4302" actId="2085"/>
          <ac:spMkLst>
            <pc:docMk/>
            <pc:sldMk cId="883361051" sldId="279"/>
            <ac:spMk id="18" creationId="{F64ADEAF-4DC8-C4C1-18DB-5427466F63DE}"/>
          </ac:spMkLst>
        </pc:spChg>
        <pc:spChg chg="mod">
          <ac:chgData name="Alice Grieco" userId="ef9d35ba-81af-4831-9ea5-c7674959d59c" providerId="ADAL" clId="{2CBE5346-5CB5-4A9F-BF36-DB4FF9B393A9}" dt="2025-12-15T11:43:37.075" v="4050" actId="207"/>
          <ac:spMkLst>
            <pc:docMk/>
            <pc:sldMk cId="883361051" sldId="279"/>
            <ac:spMk id="22" creationId="{CDCCC176-6E88-F3DA-ADB7-2E5A7A89DD5D}"/>
          </ac:spMkLst>
        </pc:spChg>
        <pc:spChg chg="mod">
          <ac:chgData name="Alice Grieco" userId="ef9d35ba-81af-4831-9ea5-c7674959d59c" providerId="ADAL" clId="{2CBE5346-5CB5-4A9F-BF36-DB4FF9B393A9}" dt="2025-12-14T22:18:28.485" v="3781" actId="1076"/>
          <ac:spMkLst>
            <pc:docMk/>
            <pc:sldMk cId="883361051" sldId="279"/>
            <ac:spMk id="23" creationId="{B346FF4C-BF31-5D2F-A4DB-271AF243594A}"/>
          </ac:spMkLst>
        </pc:spChg>
        <pc:spChg chg="mod">
          <ac:chgData name="Alice Grieco" userId="ef9d35ba-81af-4831-9ea5-c7674959d59c" providerId="ADAL" clId="{2CBE5346-5CB5-4A9F-BF36-DB4FF9B393A9}" dt="2025-12-14T22:21:00.020" v="3802" actId="207"/>
          <ac:spMkLst>
            <pc:docMk/>
            <pc:sldMk cId="883361051" sldId="279"/>
            <ac:spMk id="24" creationId="{38B76503-F7ED-1014-4E2F-3D591E772C5D}"/>
          </ac:spMkLst>
        </pc:spChg>
        <pc:spChg chg="mod">
          <ac:chgData name="Alice Grieco" userId="ef9d35ba-81af-4831-9ea5-c7674959d59c" providerId="ADAL" clId="{2CBE5346-5CB5-4A9F-BF36-DB4FF9B393A9}" dt="2025-12-14T22:20:06.887" v="3793" actId="207"/>
          <ac:spMkLst>
            <pc:docMk/>
            <pc:sldMk cId="883361051" sldId="279"/>
            <ac:spMk id="26" creationId="{21607784-86CF-E612-4D65-440671FA68BA}"/>
          </ac:spMkLst>
        </pc:spChg>
        <pc:spChg chg="mod">
          <ac:chgData name="Alice Grieco" userId="ef9d35ba-81af-4831-9ea5-c7674959d59c" providerId="ADAL" clId="{2CBE5346-5CB5-4A9F-BF36-DB4FF9B393A9}" dt="2025-12-14T22:20:02.370" v="3790" actId="207"/>
          <ac:spMkLst>
            <pc:docMk/>
            <pc:sldMk cId="883361051" sldId="279"/>
            <ac:spMk id="27" creationId="{C4BFC1EA-A71B-F404-CDB1-2B09A21DC474}"/>
          </ac:spMkLst>
        </pc:spChg>
        <pc:spChg chg="mod">
          <ac:chgData name="Alice Grieco" userId="ef9d35ba-81af-4831-9ea5-c7674959d59c" providerId="ADAL" clId="{2CBE5346-5CB5-4A9F-BF36-DB4FF9B393A9}" dt="2025-12-14T22:21:03.523" v="3803" actId="207"/>
          <ac:spMkLst>
            <pc:docMk/>
            <pc:sldMk cId="883361051" sldId="279"/>
            <ac:spMk id="29" creationId="{E55138CF-53D3-0ACF-02A4-38656C5643FF}"/>
          </ac:spMkLst>
        </pc:spChg>
        <pc:spChg chg="mod">
          <ac:chgData name="Alice Grieco" userId="ef9d35ba-81af-4831-9ea5-c7674959d59c" providerId="ADAL" clId="{2CBE5346-5CB5-4A9F-BF36-DB4FF9B393A9}" dt="2025-12-14T22:20:09.543" v="3794" actId="207"/>
          <ac:spMkLst>
            <pc:docMk/>
            <pc:sldMk cId="883361051" sldId="279"/>
            <ac:spMk id="30" creationId="{CEE36CA7-7161-D685-4F15-B2D1EAD98D85}"/>
          </ac:spMkLst>
        </pc:spChg>
        <pc:spChg chg="mod">
          <ac:chgData name="Alice Grieco" userId="ef9d35ba-81af-4831-9ea5-c7674959d59c" providerId="ADAL" clId="{2CBE5346-5CB5-4A9F-BF36-DB4FF9B393A9}" dt="2025-12-14T22:20:25.073" v="3798" actId="207"/>
          <ac:spMkLst>
            <pc:docMk/>
            <pc:sldMk cId="883361051" sldId="279"/>
            <ac:spMk id="32" creationId="{F64781CF-DD07-FE92-DA24-2EB7739F9BD3}"/>
          </ac:spMkLst>
        </pc:spChg>
        <pc:spChg chg="mod">
          <ac:chgData name="Alice Grieco" userId="ef9d35ba-81af-4831-9ea5-c7674959d59c" providerId="ADAL" clId="{2CBE5346-5CB5-4A9F-BF36-DB4FF9B393A9}" dt="2025-12-14T22:21:06.628" v="3804" actId="207"/>
          <ac:spMkLst>
            <pc:docMk/>
            <pc:sldMk cId="883361051" sldId="279"/>
            <ac:spMk id="33" creationId="{88491FEE-CF92-E228-3BCA-54D3AAAE89BF}"/>
          </ac:spMkLst>
        </pc:spChg>
        <pc:spChg chg="mod">
          <ac:chgData name="Alice Grieco" userId="ef9d35ba-81af-4831-9ea5-c7674959d59c" providerId="ADAL" clId="{2CBE5346-5CB5-4A9F-BF36-DB4FF9B393A9}" dt="2025-12-14T22:21:14.490" v="3806" actId="207"/>
          <ac:spMkLst>
            <pc:docMk/>
            <pc:sldMk cId="883361051" sldId="279"/>
            <ac:spMk id="34" creationId="{B2CB705F-81A1-131B-62CF-D62F627B806F}"/>
          </ac:spMkLst>
        </pc:spChg>
        <pc:spChg chg="mod">
          <ac:chgData name="Alice Grieco" userId="ef9d35ba-81af-4831-9ea5-c7674959d59c" providerId="ADAL" clId="{2CBE5346-5CB5-4A9F-BF36-DB4FF9B393A9}" dt="2025-12-14T22:20:20.441" v="3797" actId="207"/>
          <ac:spMkLst>
            <pc:docMk/>
            <pc:sldMk cId="883361051" sldId="279"/>
            <ac:spMk id="35" creationId="{98651389-90CA-E6BB-A7D3-BF0DDD8D420E}"/>
          </ac:spMkLst>
        </pc:spChg>
        <pc:spChg chg="mod">
          <ac:chgData name="Alice Grieco" userId="ef9d35ba-81af-4831-9ea5-c7674959d59c" providerId="ADAL" clId="{2CBE5346-5CB5-4A9F-BF36-DB4FF9B393A9}" dt="2025-12-14T22:20:31.901" v="3800" actId="207"/>
          <ac:spMkLst>
            <pc:docMk/>
            <pc:sldMk cId="883361051" sldId="279"/>
            <ac:spMk id="36" creationId="{27DA06D1-D719-5312-A962-C5C4CA27E040}"/>
          </ac:spMkLst>
        </pc:spChg>
        <pc:spChg chg="mod">
          <ac:chgData name="Alice Grieco" userId="ef9d35ba-81af-4831-9ea5-c7674959d59c" providerId="ADAL" clId="{2CBE5346-5CB5-4A9F-BF36-DB4FF9B393A9}" dt="2025-12-14T22:21:10.509" v="3805" actId="207"/>
          <ac:spMkLst>
            <pc:docMk/>
            <pc:sldMk cId="883361051" sldId="279"/>
            <ac:spMk id="37" creationId="{98C49267-5F70-0EB8-0D85-B4EEAC0EAF31}"/>
          </ac:spMkLst>
        </pc:spChg>
        <pc:spChg chg="mod">
          <ac:chgData name="Alice Grieco" userId="ef9d35ba-81af-4831-9ea5-c7674959d59c" providerId="ADAL" clId="{2CBE5346-5CB5-4A9F-BF36-DB4FF9B393A9}" dt="2025-12-14T22:21:17.911" v="3807" actId="207"/>
          <ac:spMkLst>
            <pc:docMk/>
            <pc:sldMk cId="883361051" sldId="279"/>
            <ac:spMk id="38" creationId="{7D8832B0-2257-DEE5-380E-6E5AE4CD327F}"/>
          </ac:spMkLst>
        </pc:spChg>
        <pc:grpChg chg="mod">
          <ac:chgData name="Alice Grieco" userId="ef9d35ba-81af-4831-9ea5-c7674959d59c" providerId="ADAL" clId="{2CBE5346-5CB5-4A9F-BF36-DB4FF9B393A9}" dt="2025-12-14T22:13:24.604" v="3736" actId="14100"/>
          <ac:grpSpMkLst>
            <pc:docMk/>
            <pc:sldMk cId="883361051" sldId="279"/>
            <ac:grpSpMk id="39" creationId="{DDB9E78A-0D92-111A-54A5-BFF33382D675}"/>
          </ac:grpSpMkLst>
        </pc:grpChg>
        <pc:picChg chg="add mod">
          <ac:chgData name="Alice Grieco" userId="ef9d35ba-81af-4831-9ea5-c7674959d59c" providerId="ADAL" clId="{2CBE5346-5CB5-4A9F-BF36-DB4FF9B393A9}" dt="2025-12-15T11:53:46.460" v="4084"/>
          <ac:picMkLst>
            <pc:docMk/>
            <pc:sldMk cId="883361051" sldId="279"/>
            <ac:picMk id="19" creationId="{2557C450-8687-0D2D-3232-B34E53C68B44}"/>
          </ac:picMkLst>
        </pc:picChg>
      </pc:sldChg>
      <pc:sldChg chg="addSp delSp modSp mod modTransition">
        <pc:chgData name="Alice Grieco" userId="ef9d35ba-81af-4831-9ea5-c7674959d59c" providerId="ADAL" clId="{2CBE5346-5CB5-4A9F-BF36-DB4FF9B393A9}" dt="2025-12-15T11:53:51.450" v="4085"/>
        <pc:sldMkLst>
          <pc:docMk/>
          <pc:sldMk cId="3804097846" sldId="280"/>
        </pc:sldMkLst>
        <pc:spChg chg="mod">
          <ac:chgData name="Alice Grieco" userId="ef9d35ba-81af-4831-9ea5-c7674959d59c" providerId="ADAL" clId="{2CBE5346-5CB5-4A9F-BF36-DB4FF9B393A9}" dt="2025-12-14T22:06:08.439" v="3652" actId="1076"/>
          <ac:spMkLst>
            <pc:docMk/>
            <pc:sldMk cId="3804097846" sldId="280"/>
            <ac:spMk id="3" creationId="{126C9703-4392-6996-B19A-B67DAA7F8996}"/>
          </ac:spMkLst>
        </pc:spChg>
        <pc:spChg chg="add mod">
          <ac:chgData name="Alice Grieco" userId="ef9d35ba-81af-4831-9ea5-c7674959d59c" providerId="ADAL" clId="{2CBE5346-5CB5-4A9F-BF36-DB4FF9B393A9}" dt="2025-12-14T21:11:50.797" v="3229"/>
          <ac:spMkLst>
            <pc:docMk/>
            <pc:sldMk cId="3804097846" sldId="280"/>
            <ac:spMk id="4" creationId="{ECCBB69B-940D-275D-42D1-CDA6984BF9C4}"/>
          </ac:spMkLst>
        </pc:spChg>
        <pc:spChg chg="mod">
          <ac:chgData name="Alice Grieco" userId="ef9d35ba-81af-4831-9ea5-c7674959d59c" providerId="ADAL" clId="{2CBE5346-5CB5-4A9F-BF36-DB4FF9B393A9}" dt="2025-12-14T22:06:22.364" v="3656" actId="1076"/>
          <ac:spMkLst>
            <pc:docMk/>
            <pc:sldMk cId="3804097846" sldId="280"/>
            <ac:spMk id="5" creationId="{EFBCA613-11F3-EC82-8F24-BEE91879715D}"/>
          </ac:spMkLst>
        </pc:spChg>
        <pc:spChg chg="add mod">
          <ac:chgData name="Alice Grieco" userId="ef9d35ba-81af-4831-9ea5-c7674959d59c" providerId="ADAL" clId="{2CBE5346-5CB5-4A9F-BF36-DB4FF9B393A9}" dt="2025-12-14T22:10:03.354" v="3706" actId="208"/>
          <ac:spMkLst>
            <pc:docMk/>
            <pc:sldMk cId="3804097846" sldId="280"/>
            <ac:spMk id="12" creationId="{E8DE0B10-5DBB-CAF0-0C2E-55BE0CA8F472}"/>
          </ac:spMkLst>
        </pc:spChg>
        <pc:spChg chg="add mod">
          <ac:chgData name="Alice Grieco" userId="ef9d35ba-81af-4831-9ea5-c7674959d59c" providerId="ADAL" clId="{2CBE5346-5CB5-4A9F-BF36-DB4FF9B393A9}" dt="2025-12-14T22:09:57.912" v="3704" actId="207"/>
          <ac:spMkLst>
            <pc:docMk/>
            <pc:sldMk cId="3804097846" sldId="280"/>
            <ac:spMk id="14" creationId="{3C08A08E-68D2-1365-D9E7-73145B6FB8E1}"/>
          </ac:spMkLst>
        </pc:spChg>
        <pc:spChg chg="add mod">
          <ac:chgData name="Alice Grieco" userId="ef9d35ba-81af-4831-9ea5-c7674959d59c" providerId="ADAL" clId="{2CBE5346-5CB5-4A9F-BF36-DB4FF9B393A9}" dt="2025-12-14T22:09:54.973" v="3702" actId="208"/>
          <ac:spMkLst>
            <pc:docMk/>
            <pc:sldMk cId="3804097846" sldId="280"/>
            <ac:spMk id="15" creationId="{32AF0EED-D689-5427-BF34-2C89898E8D9C}"/>
          </ac:spMkLst>
        </pc:spChg>
        <pc:spChg chg="add mod">
          <ac:chgData name="Alice Grieco" userId="ef9d35ba-81af-4831-9ea5-c7674959d59c" providerId="ADAL" clId="{2CBE5346-5CB5-4A9F-BF36-DB4FF9B393A9}" dt="2025-12-14T22:08:35.255" v="3687"/>
          <ac:spMkLst>
            <pc:docMk/>
            <pc:sldMk cId="3804097846" sldId="280"/>
            <ac:spMk id="17" creationId="{3AB68153-A514-EEF9-49EE-041A6175276F}"/>
          </ac:spMkLst>
        </pc:spChg>
        <pc:spChg chg="add mod">
          <ac:chgData name="Alice Grieco" userId="ef9d35ba-81af-4831-9ea5-c7674959d59c" providerId="ADAL" clId="{2CBE5346-5CB5-4A9F-BF36-DB4FF9B393A9}" dt="2025-12-14T22:08:35.255" v="3687"/>
          <ac:spMkLst>
            <pc:docMk/>
            <pc:sldMk cId="3804097846" sldId="280"/>
            <ac:spMk id="18" creationId="{5BE614D7-9447-1A5F-43F9-AB288822970F}"/>
          </ac:spMkLst>
        </pc:spChg>
        <pc:picChg chg="mod modCrop">
          <ac:chgData name="Alice Grieco" userId="ef9d35ba-81af-4831-9ea5-c7674959d59c" providerId="ADAL" clId="{2CBE5346-5CB5-4A9F-BF36-DB4FF9B393A9}" dt="2025-12-14T22:08:04.434" v="3679" actId="1076"/>
          <ac:picMkLst>
            <pc:docMk/>
            <pc:sldMk cId="3804097846" sldId="280"/>
            <ac:picMk id="11" creationId="{59793607-2540-D5D6-13D6-FE9491B775B7}"/>
          </ac:picMkLst>
        </pc:picChg>
        <pc:picChg chg="mod">
          <ac:chgData name="Alice Grieco" userId="ef9d35ba-81af-4831-9ea5-c7674959d59c" providerId="ADAL" clId="{2CBE5346-5CB5-4A9F-BF36-DB4FF9B393A9}" dt="2025-12-14T22:07:44.913" v="3676" actId="14100"/>
          <ac:picMkLst>
            <pc:docMk/>
            <pc:sldMk cId="3804097846" sldId="280"/>
            <ac:picMk id="13" creationId="{D1FD5B02-CE55-3AD2-26FB-04F7E7C787B9}"/>
          </ac:picMkLst>
        </pc:picChg>
        <pc:picChg chg="mod">
          <ac:chgData name="Alice Grieco" userId="ef9d35ba-81af-4831-9ea5-c7674959d59c" providerId="ADAL" clId="{2CBE5346-5CB5-4A9F-BF36-DB4FF9B393A9}" dt="2025-12-14T22:07:38.327" v="3674" actId="14100"/>
          <ac:picMkLst>
            <pc:docMk/>
            <pc:sldMk cId="3804097846" sldId="280"/>
            <ac:picMk id="16" creationId="{A8DD1F33-1A7D-F699-C307-739A24FFE186}"/>
          </ac:picMkLst>
        </pc:picChg>
        <pc:picChg chg="add mod">
          <ac:chgData name="Alice Grieco" userId="ef9d35ba-81af-4831-9ea5-c7674959d59c" providerId="ADAL" clId="{2CBE5346-5CB5-4A9F-BF36-DB4FF9B393A9}" dt="2025-12-15T11:53:51.450" v="4085"/>
          <ac:picMkLst>
            <pc:docMk/>
            <pc:sldMk cId="3804097846" sldId="280"/>
            <ac:picMk id="19" creationId="{7DC54ECA-A7DF-42A4-5C37-E15180B260DE}"/>
          </ac:picMkLst>
        </pc:picChg>
      </pc:sldChg>
      <pc:sldChg chg="addSp delSp modSp add mod modTransition addAnim delAnim modAnim">
        <pc:chgData name="Alice Grieco" userId="ef9d35ba-81af-4831-9ea5-c7674959d59c" providerId="ADAL" clId="{2CBE5346-5CB5-4A9F-BF36-DB4FF9B393A9}" dt="2025-12-17T15:30:40.079" v="4340" actId="1076"/>
        <pc:sldMkLst>
          <pc:docMk/>
          <pc:sldMk cId="2702978829" sldId="281"/>
        </pc:sldMkLst>
        <pc:spChg chg="mod ord topLvl">
          <ac:chgData name="Alice Grieco" userId="ef9d35ba-81af-4831-9ea5-c7674959d59c" providerId="ADAL" clId="{2CBE5346-5CB5-4A9F-BF36-DB4FF9B393A9}" dt="2025-12-17T15:30:40.079" v="4340" actId="1076"/>
          <ac:spMkLst>
            <pc:docMk/>
            <pc:sldMk cId="2702978829" sldId="281"/>
            <ac:spMk id="4" creationId="{21CDBF64-758D-2CFD-8090-97B3A3EBB83D}"/>
          </ac:spMkLst>
        </pc:spChg>
        <pc:spChg chg="add del">
          <ac:chgData name="Alice Grieco" userId="ef9d35ba-81af-4831-9ea5-c7674959d59c" providerId="ADAL" clId="{2CBE5346-5CB5-4A9F-BF36-DB4FF9B393A9}" dt="2025-12-10T11:43:25.565" v="1229" actId="478"/>
          <ac:spMkLst>
            <pc:docMk/>
            <pc:sldMk cId="2702978829" sldId="281"/>
            <ac:spMk id="5" creationId="{5E11C678-E385-C292-DC5C-E65DEF405615}"/>
          </ac:spMkLst>
        </pc:spChg>
        <pc:spChg chg="add mod">
          <ac:chgData name="Alice Grieco" userId="ef9d35ba-81af-4831-9ea5-c7674959d59c" providerId="ADAL" clId="{2CBE5346-5CB5-4A9F-BF36-DB4FF9B393A9}" dt="2025-12-11T17:16:29.605" v="2536" actId="1076"/>
          <ac:spMkLst>
            <pc:docMk/>
            <pc:sldMk cId="2702978829" sldId="281"/>
            <ac:spMk id="34" creationId="{24E76688-EF8F-B5DA-6EF1-ADD4C469CDF2}"/>
          </ac:spMkLst>
        </pc:spChg>
        <pc:spChg chg="add mod">
          <ac:chgData name="Alice Grieco" userId="ef9d35ba-81af-4831-9ea5-c7674959d59c" providerId="ADAL" clId="{2CBE5346-5CB5-4A9F-BF36-DB4FF9B393A9}" dt="2025-12-11T17:16:54.876" v="2540" actId="1076"/>
          <ac:spMkLst>
            <pc:docMk/>
            <pc:sldMk cId="2702978829" sldId="281"/>
            <ac:spMk id="40" creationId="{6A7FEC90-B272-7589-64C0-25CD6F241F29}"/>
          </ac:spMkLst>
        </pc:spChg>
        <pc:spChg chg="add mod">
          <ac:chgData name="Alice Grieco" userId="ef9d35ba-81af-4831-9ea5-c7674959d59c" providerId="ADAL" clId="{2CBE5346-5CB5-4A9F-BF36-DB4FF9B393A9}" dt="2025-12-11T15:56:24.419" v="2141" actId="207"/>
          <ac:spMkLst>
            <pc:docMk/>
            <pc:sldMk cId="2702978829" sldId="281"/>
            <ac:spMk id="45" creationId="{7FEC5F0B-C991-9B96-303D-CA9F67D00E60}"/>
          </ac:spMkLst>
        </pc:spChg>
        <pc:spChg chg="add mod">
          <ac:chgData name="Alice Grieco" userId="ef9d35ba-81af-4831-9ea5-c7674959d59c" providerId="ADAL" clId="{2CBE5346-5CB5-4A9F-BF36-DB4FF9B393A9}" dt="2025-12-11T16:36:02.106" v="2442" actId="2085"/>
          <ac:spMkLst>
            <pc:docMk/>
            <pc:sldMk cId="2702978829" sldId="281"/>
            <ac:spMk id="46" creationId="{5DFDDE7D-7FD2-285A-B656-779A9344855F}"/>
          </ac:spMkLst>
        </pc:spChg>
        <pc:spChg chg="add mod">
          <ac:chgData name="Alice Grieco" userId="ef9d35ba-81af-4831-9ea5-c7674959d59c" providerId="ADAL" clId="{2CBE5346-5CB5-4A9F-BF36-DB4FF9B393A9}" dt="2025-12-10T18:34:14.785" v="1658" actId="208"/>
          <ac:spMkLst>
            <pc:docMk/>
            <pc:sldMk cId="2702978829" sldId="281"/>
            <ac:spMk id="47" creationId="{6229ACB8-E84F-B84F-9705-DD5488E1FA45}"/>
          </ac:spMkLst>
        </pc:spChg>
        <pc:spChg chg="add mod">
          <ac:chgData name="Alice Grieco" userId="ef9d35ba-81af-4831-9ea5-c7674959d59c" providerId="ADAL" clId="{2CBE5346-5CB5-4A9F-BF36-DB4FF9B393A9}" dt="2025-12-11T16:35:50.543" v="2440" actId="2085"/>
          <ac:spMkLst>
            <pc:docMk/>
            <pc:sldMk cId="2702978829" sldId="281"/>
            <ac:spMk id="50" creationId="{A2BD4905-CAF6-070A-44A4-CB04C891E87B}"/>
          </ac:spMkLst>
        </pc:spChg>
        <pc:spChg chg="add mod">
          <ac:chgData name="Alice Grieco" userId="ef9d35ba-81af-4831-9ea5-c7674959d59c" providerId="ADAL" clId="{2CBE5346-5CB5-4A9F-BF36-DB4FF9B393A9}" dt="2025-12-10T18:33:54.937" v="1656" actId="208"/>
          <ac:spMkLst>
            <pc:docMk/>
            <pc:sldMk cId="2702978829" sldId="281"/>
            <ac:spMk id="51" creationId="{3D01C6EA-2240-F6E0-1901-59A5AE4A9CF0}"/>
          </ac:spMkLst>
        </pc:spChg>
        <pc:spChg chg="add mod">
          <ac:chgData name="Alice Grieco" userId="ef9d35ba-81af-4831-9ea5-c7674959d59c" providerId="ADAL" clId="{2CBE5346-5CB5-4A9F-BF36-DB4FF9B393A9}" dt="2025-12-11T15:56:34.792" v="2144" actId="207"/>
          <ac:spMkLst>
            <pc:docMk/>
            <pc:sldMk cId="2702978829" sldId="281"/>
            <ac:spMk id="54" creationId="{BE844751-91E4-B302-369F-DD62ACA2C0C0}"/>
          </ac:spMkLst>
        </pc:spChg>
        <pc:spChg chg="add mod">
          <ac:chgData name="Alice Grieco" userId="ef9d35ba-81af-4831-9ea5-c7674959d59c" providerId="ADAL" clId="{2CBE5346-5CB5-4A9F-BF36-DB4FF9B393A9}" dt="2025-12-11T15:56:20.371" v="2140" actId="207"/>
          <ac:spMkLst>
            <pc:docMk/>
            <pc:sldMk cId="2702978829" sldId="281"/>
            <ac:spMk id="55" creationId="{EE991733-6D54-2181-DEEB-6C81ACDE2CEF}"/>
          </ac:spMkLst>
        </pc:spChg>
        <pc:spChg chg="add mod">
          <ac:chgData name="Alice Grieco" userId="ef9d35ba-81af-4831-9ea5-c7674959d59c" providerId="ADAL" clId="{2CBE5346-5CB5-4A9F-BF36-DB4FF9B393A9}" dt="2025-12-11T14:40:40.026" v="1820" actId="1076"/>
          <ac:spMkLst>
            <pc:docMk/>
            <pc:sldMk cId="2702978829" sldId="281"/>
            <ac:spMk id="78" creationId="{A8FCBE62-A6D4-D926-A3A2-091B4354818B}"/>
          </ac:spMkLst>
        </pc:spChg>
        <pc:spChg chg="add mod">
          <ac:chgData name="Alice Grieco" userId="ef9d35ba-81af-4831-9ea5-c7674959d59c" providerId="ADAL" clId="{2CBE5346-5CB5-4A9F-BF36-DB4FF9B393A9}" dt="2025-12-11T14:40:44.990" v="1821" actId="1076"/>
          <ac:spMkLst>
            <pc:docMk/>
            <pc:sldMk cId="2702978829" sldId="281"/>
            <ac:spMk id="79" creationId="{69372A4A-6387-9179-E86A-E03C73DC18CB}"/>
          </ac:spMkLst>
        </pc:spChg>
        <pc:spChg chg="add mod">
          <ac:chgData name="Alice Grieco" userId="ef9d35ba-81af-4831-9ea5-c7674959d59c" providerId="ADAL" clId="{2CBE5346-5CB5-4A9F-BF36-DB4FF9B393A9}" dt="2025-12-11T14:40:50.013" v="1823" actId="1076"/>
          <ac:spMkLst>
            <pc:docMk/>
            <pc:sldMk cId="2702978829" sldId="281"/>
            <ac:spMk id="81" creationId="{3D4BDFCD-CEC4-01C5-95B5-812C95B22075}"/>
          </ac:spMkLst>
        </pc:spChg>
        <pc:spChg chg="add mod">
          <ac:chgData name="Alice Grieco" userId="ef9d35ba-81af-4831-9ea5-c7674959d59c" providerId="ADAL" clId="{2CBE5346-5CB5-4A9F-BF36-DB4FF9B393A9}" dt="2025-12-11T14:40:54.460" v="1825" actId="1076"/>
          <ac:spMkLst>
            <pc:docMk/>
            <pc:sldMk cId="2702978829" sldId="281"/>
            <ac:spMk id="82" creationId="{AEFC78ED-058A-1144-6117-AD2D6B2D84E9}"/>
          </ac:spMkLst>
        </pc:spChg>
        <pc:spChg chg="add mod">
          <ac:chgData name="Alice Grieco" userId="ef9d35ba-81af-4831-9ea5-c7674959d59c" providerId="ADAL" clId="{2CBE5346-5CB5-4A9F-BF36-DB4FF9B393A9}" dt="2025-12-11T14:40:58.317" v="1827" actId="1076"/>
          <ac:spMkLst>
            <pc:docMk/>
            <pc:sldMk cId="2702978829" sldId="281"/>
            <ac:spMk id="83" creationId="{1864F168-42F9-41DF-E93A-ACD85702D326}"/>
          </ac:spMkLst>
        </pc:spChg>
        <pc:spChg chg="add mod">
          <ac:chgData name="Alice Grieco" userId="ef9d35ba-81af-4831-9ea5-c7674959d59c" providerId="ADAL" clId="{2CBE5346-5CB5-4A9F-BF36-DB4FF9B393A9}" dt="2025-12-11T14:41:04.818" v="1830" actId="1076"/>
          <ac:spMkLst>
            <pc:docMk/>
            <pc:sldMk cId="2702978829" sldId="281"/>
            <ac:spMk id="84" creationId="{AFC6B905-9A08-3973-2051-9890856015BA}"/>
          </ac:spMkLst>
        </pc:spChg>
        <pc:spChg chg="add mod">
          <ac:chgData name="Alice Grieco" userId="ef9d35ba-81af-4831-9ea5-c7674959d59c" providerId="ADAL" clId="{2CBE5346-5CB5-4A9F-BF36-DB4FF9B393A9}" dt="2025-12-11T14:41:12.734" v="1833" actId="1076"/>
          <ac:spMkLst>
            <pc:docMk/>
            <pc:sldMk cId="2702978829" sldId="281"/>
            <ac:spMk id="85" creationId="{646A5382-24AC-A7C7-21DA-B1D04F028828}"/>
          </ac:spMkLst>
        </pc:spChg>
        <pc:spChg chg="add mod">
          <ac:chgData name="Alice Grieco" userId="ef9d35ba-81af-4831-9ea5-c7674959d59c" providerId="ADAL" clId="{2CBE5346-5CB5-4A9F-BF36-DB4FF9B393A9}" dt="2025-12-11T14:41:18.992" v="1835" actId="1076"/>
          <ac:spMkLst>
            <pc:docMk/>
            <pc:sldMk cId="2702978829" sldId="281"/>
            <ac:spMk id="86" creationId="{D12C77C6-32D4-A271-208D-E0E7340F9440}"/>
          </ac:spMkLst>
        </pc:spChg>
        <pc:spChg chg="add mod">
          <ac:chgData name="Alice Grieco" userId="ef9d35ba-81af-4831-9ea5-c7674959d59c" providerId="ADAL" clId="{2CBE5346-5CB5-4A9F-BF36-DB4FF9B393A9}" dt="2025-12-11T14:41:24.848" v="1837" actId="1076"/>
          <ac:spMkLst>
            <pc:docMk/>
            <pc:sldMk cId="2702978829" sldId="281"/>
            <ac:spMk id="87" creationId="{E62FC3FB-8D68-6070-E1E3-8589E5613EF9}"/>
          </ac:spMkLst>
        </pc:spChg>
        <pc:spChg chg="add mod">
          <ac:chgData name="Alice Grieco" userId="ef9d35ba-81af-4831-9ea5-c7674959d59c" providerId="ADAL" clId="{2CBE5346-5CB5-4A9F-BF36-DB4FF9B393A9}" dt="2025-12-11T14:41:30.535" v="1839" actId="1076"/>
          <ac:spMkLst>
            <pc:docMk/>
            <pc:sldMk cId="2702978829" sldId="281"/>
            <ac:spMk id="88" creationId="{B030495A-FB61-AB79-8888-EDB6120A12F0}"/>
          </ac:spMkLst>
        </pc:spChg>
        <pc:spChg chg="add mod">
          <ac:chgData name="Alice Grieco" userId="ef9d35ba-81af-4831-9ea5-c7674959d59c" providerId="ADAL" clId="{2CBE5346-5CB5-4A9F-BF36-DB4FF9B393A9}" dt="2025-12-11T14:41:36.253" v="1841" actId="1076"/>
          <ac:spMkLst>
            <pc:docMk/>
            <pc:sldMk cId="2702978829" sldId="281"/>
            <ac:spMk id="89" creationId="{E204A31F-6B49-DA10-EBCD-F9C717459D5D}"/>
          </ac:spMkLst>
        </pc:spChg>
        <pc:spChg chg="add mod">
          <ac:chgData name="Alice Grieco" userId="ef9d35ba-81af-4831-9ea5-c7674959d59c" providerId="ADAL" clId="{2CBE5346-5CB5-4A9F-BF36-DB4FF9B393A9}" dt="2025-12-11T14:41:43.218" v="1843" actId="1076"/>
          <ac:spMkLst>
            <pc:docMk/>
            <pc:sldMk cId="2702978829" sldId="281"/>
            <ac:spMk id="90" creationId="{3129BBD5-CCD7-AECD-52D8-D25D050D2174}"/>
          </ac:spMkLst>
        </pc:spChg>
        <pc:spChg chg="add mod">
          <ac:chgData name="Alice Grieco" userId="ef9d35ba-81af-4831-9ea5-c7674959d59c" providerId="ADAL" clId="{2CBE5346-5CB5-4A9F-BF36-DB4FF9B393A9}" dt="2025-12-11T14:41:58.572" v="1846" actId="1076"/>
          <ac:spMkLst>
            <pc:docMk/>
            <pc:sldMk cId="2702978829" sldId="281"/>
            <ac:spMk id="91" creationId="{7C827421-205C-6675-1B25-90919A7DBAEC}"/>
          </ac:spMkLst>
        </pc:spChg>
        <pc:spChg chg="add mod">
          <ac:chgData name="Alice Grieco" userId="ef9d35ba-81af-4831-9ea5-c7674959d59c" providerId="ADAL" clId="{2CBE5346-5CB5-4A9F-BF36-DB4FF9B393A9}" dt="2025-12-11T14:42:06.986" v="1849" actId="1076"/>
          <ac:spMkLst>
            <pc:docMk/>
            <pc:sldMk cId="2702978829" sldId="281"/>
            <ac:spMk id="92" creationId="{5871FEA4-ACF0-9889-B50B-B55D5910F5C1}"/>
          </ac:spMkLst>
        </pc:spChg>
        <pc:spChg chg="add mod">
          <ac:chgData name="Alice Grieco" userId="ef9d35ba-81af-4831-9ea5-c7674959d59c" providerId="ADAL" clId="{2CBE5346-5CB5-4A9F-BF36-DB4FF9B393A9}" dt="2025-12-11T14:42:12.417" v="1851" actId="1076"/>
          <ac:spMkLst>
            <pc:docMk/>
            <pc:sldMk cId="2702978829" sldId="281"/>
            <ac:spMk id="93" creationId="{2BBFF0AE-FA7A-570D-544C-574E95836238}"/>
          </ac:spMkLst>
        </pc:spChg>
        <pc:spChg chg="add mod">
          <ac:chgData name="Alice Grieco" userId="ef9d35ba-81af-4831-9ea5-c7674959d59c" providerId="ADAL" clId="{2CBE5346-5CB5-4A9F-BF36-DB4FF9B393A9}" dt="2025-12-11T14:42:16.353" v="1853" actId="1076"/>
          <ac:spMkLst>
            <pc:docMk/>
            <pc:sldMk cId="2702978829" sldId="281"/>
            <ac:spMk id="94" creationId="{BD0F798E-6DBC-7006-F89B-0508909AA06E}"/>
          </ac:spMkLst>
        </pc:spChg>
        <pc:spChg chg="add mod">
          <ac:chgData name="Alice Grieco" userId="ef9d35ba-81af-4831-9ea5-c7674959d59c" providerId="ADAL" clId="{2CBE5346-5CB5-4A9F-BF36-DB4FF9B393A9}" dt="2025-12-11T14:42:21.392" v="1855" actId="1076"/>
          <ac:spMkLst>
            <pc:docMk/>
            <pc:sldMk cId="2702978829" sldId="281"/>
            <ac:spMk id="95" creationId="{C571089F-573D-FAF7-2AB8-D1FF8FA260C6}"/>
          </ac:spMkLst>
        </pc:spChg>
        <pc:spChg chg="add mod">
          <ac:chgData name="Alice Grieco" userId="ef9d35ba-81af-4831-9ea5-c7674959d59c" providerId="ADAL" clId="{2CBE5346-5CB5-4A9F-BF36-DB4FF9B393A9}" dt="2025-12-11T14:42:25.707" v="1857" actId="1076"/>
          <ac:spMkLst>
            <pc:docMk/>
            <pc:sldMk cId="2702978829" sldId="281"/>
            <ac:spMk id="96" creationId="{AFCDF73E-3597-AB18-496F-A4F1B21505B4}"/>
          </ac:spMkLst>
        </pc:spChg>
        <pc:spChg chg="add mod">
          <ac:chgData name="Alice Grieco" userId="ef9d35ba-81af-4831-9ea5-c7674959d59c" providerId="ADAL" clId="{2CBE5346-5CB5-4A9F-BF36-DB4FF9B393A9}" dt="2025-12-11T14:42:30.364" v="1859" actId="1076"/>
          <ac:spMkLst>
            <pc:docMk/>
            <pc:sldMk cId="2702978829" sldId="281"/>
            <ac:spMk id="97" creationId="{2F5471BB-2EA4-DCF2-CFC2-8D75182153A9}"/>
          </ac:spMkLst>
        </pc:spChg>
        <pc:spChg chg="add mod">
          <ac:chgData name="Alice Grieco" userId="ef9d35ba-81af-4831-9ea5-c7674959d59c" providerId="ADAL" clId="{2CBE5346-5CB5-4A9F-BF36-DB4FF9B393A9}" dt="2025-12-11T14:42:35.259" v="1861" actId="1076"/>
          <ac:spMkLst>
            <pc:docMk/>
            <pc:sldMk cId="2702978829" sldId="281"/>
            <ac:spMk id="98" creationId="{224CA1F6-AC4A-EE5A-1865-EFA1FD58F130}"/>
          </ac:spMkLst>
        </pc:spChg>
        <pc:spChg chg="add mod">
          <ac:chgData name="Alice Grieco" userId="ef9d35ba-81af-4831-9ea5-c7674959d59c" providerId="ADAL" clId="{2CBE5346-5CB5-4A9F-BF36-DB4FF9B393A9}" dt="2025-12-11T14:42:48.197" v="1864" actId="1076"/>
          <ac:spMkLst>
            <pc:docMk/>
            <pc:sldMk cId="2702978829" sldId="281"/>
            <ac:spMk id="100" creationId="{F9E4F782-E028-45E2-E6B2-8C8072349337}"/>
          </ac:spMkLst>
        </pc:spChg>
        <pc:spChg chg="add mod">
          <ac:chgData name="Alice Grieco" userId="ef9d35ba-81af-4831-9ea5-c7674959d59c" providerId="ADAL" clId="{2CBE5346-5CB5-4A9F-BF36-DB4FF9B393A9}" dt="2025-12-11T14:42:59.537" v="1866" actId="1076"/>
          <ac:spMkLst>
            <pc:docMk/>
            <pc:sldMk cId="2702978829" sldId="281"/>
            <ac:spMk id="101" creationId="{B223D997-5C65-18F0-90B5-6DCAB74273A1}"/>
          </ac:spMkLst>
        </pc:spChg>
        <pc:spChg chg="add mod">
          <ac:chgData name="Alice Grieco" userId="ef9d35ba-81af-4831-9ea5-c7674959d59c" providerId="ADAL" clId="{2CBE5346-5CB5-4A9F-BF36-DB4FF9B393A9}" dt="2025-12-11T14:43:04.233" v="1868" actId="1076"/>
          <ac:spMkLst>
            <pc:docMk/>
            <pc:sldMk cId="2702978829" sldId="281"/>
            <ac:spMk id="102" creationId="{37E1ED86-126B-C5A9-90E4-9821F9164D3A}"/>
          </ac:spMkLst>
        </pc:spChg>
        <pc:spChg chg="add mod">
          <ac:chgData name="Alice Grieco" userId="ef9d35ba-81af-4831-9ea5-c7674959d59c" providerId="ADAL" clId="{2CBE5346-5CB5-4A9F-BF36-DB4FF9B393A9}" dt="2025-12-11T14:43:08.527" v="1870" actId="1076"/>
          <ac:spMkLst>
            <pc:docMk/>
            <pc:sldMk cId="2702978829" sldId="281"/>
            <ac:spMk id="103" creationId="{C1B2D7F1-6D17-7D0E-4CE7-A7E1A0ACB116}"/>
          </ac:spMkLst>
        </pc:spChg>
        <pc:spChg chg="add mod">
          <ac:chgData name="Alice Grieco" userId="ef9d35ba-81af-4831-9ea5-c7674959d59c" providerId="ADAL" clId="{2CBE5346-5CB5-4A9F-BF36-DB4FF9B393A9}" dt="2025-12-11T14:43:17.365" v="1872" actId="1076"/>
          <ac:spMkLst>
            <pc:docMk/>
            <pc:sldMk cId="2702978829" sldId="281"/>
            <ac:spMk id="104" creationId="{F5114DC6-09F7-5AB3-27E0-473652D8AB90}"/>
          </ac:spMkLst>
        </pc:spChg>
        <pc:spChg chg="add mod">
          <ac:chgData name="Alice Grieco" userId="ef9d35ba-81af-4831-9ea5-c7674959d59c" providerId="ADAL" clId="{2CBE5346-5CB5-4A9F-BF36-DB4FF9B393A9}" dt="2025-12-11T14:43:21.650" v="1874" actId="1076"/>
          <ac:spMkLst>
            <pc:docMk/>
            <pc:sldMk cId="2702978829" sldId="281"/>
            <ac:spMk id="105" creationId="{4EC0B1F3-C191-62E6-F382-65FD2A052D04}"/>
          </ac:spMkLst>
        </pc:spChg>
        <pc:spChg chg="add mod">
          <ac:chgData name="Alice Grieco" userId="ef9d35ba-81af-4831-9ea5-c7674959d59c" providerId="ADAL" clId="{2CBE5346-5CB5-4A9F-BF36-DB4FF9B393A9}" dt="2025-12-11T14:43:27.947" v="1876" actId="1076"/>
          <ac:spMkLst>
            <pc:docMk/>
            <pc:sldMk cId="2702978829" sldId="281"/>
            <ac:spMk id="106" creationId="{C6417DB6-6D37-09F6-FA6C-B5799CC365E6}"/>
          </ac:spMkLst>
        </pc:spChg>
        <pc:spChg chg="add mod">
          <ac:chgData name="Alice Grieco" userId="ef9d35ba-81af-4831-9ea5-c7674959d59c" providerId="ADAL" clId="{2CBE5346-5CB5-4A9F-BF36-DB4FF9B393A9}" dt="2025-12-11T14:43:37.887" v="1878" actId="1076"/>
          <ac:spMkLst>
            <pc:docMk/>
            <pc:sldMk cId="2702978829" sldId="281"/>
            <ac:spMk id="107" creationId="{2BBA8548-4321-3CA3-16AB-06A3790326D9}"/>
          </ac:spMkLst>
        </pc:spChg>
        <pc:spChg chg="add mod">
          <ac:chgData name="Alice Grieco" userId="ef9d35ba-81af-4831-9ea5-c7674959d59c" providerId="ADAL" clId="{2CBE5346-5CB5-4A9F-BF36-DB4FF9B393A9}" dt="2025-12-11T14:43:46.279" v="1880" actId="1076"/>
          <ac:spMkLst>
            <pc:docMk/>
            <pc:sldMk cId="2702978829" sldId="281"/>
            <ac:spMk id="108" creationId="{126887EC-7DDE-DC56-C676-DC3281DC5CE7}"/>
          </ac:spMkLst>
        </pc:spChg>
        <pc:spChg chg="add mod">
          <ac:chgData name="Alice Grieco" userId="ef9d35ba-81af-4831-9ea5-c7674959d59c" providerId="ADAL" clId="{2CBE5346-5CB5-4A9F-BF36-DB4FF9B393A9}" dt="2025-12-11T14:43:59.150" v="1885" actId="1076"/>
          <ac:spMkLst>
            <pc:docMk/>
            <pc:sldMk cId="2702978829" sldId="281"/>
            <ac:spMk id="110" creationId="{A4574E26-A9A6-CEDB-86DD-F20947A59988}"/>
          </ac:spMkLst>
        </pc:spChg>
        <pc:spChg chg="add mod">
          <ac:chgData name="Alice Grieco" userId="ef9d35ba-81af-4831-9ea5-c7674959d59c" providerId="ADAL" clId="{2CBE5346-5CB5-4A9F-BF36-DB4FF9B393A9}" dt="2025-12-11T14:44:04.759" v="1887" actId="1076"/>
          <ac:spMkLst>
            <pc:docMk/>
            <pc:sldMk cId="2702978829" sldId="281"/>
            <ac:spMk id="111" creationId="{D45C2921-D22D-6415-3CF4-4F02B8403AC0}"/>
          </ac:spMkLst>
        </pc:spChg>
        <pc:spChg chg="add mod">
          <ac:chgData name="Alice Grieco" userId="ef9d35ba-81af-4831-9ea5-c7674959d59c" providerId="ADAL" clId="{2CBE5346-5CB5-4A9F-BF36-DB4FF9B393A9}" dt="2025-12-11T14:44:11.120" v="1889" actId="1076"/>
          <ac:spMkLst>
            <pc:docMk/>
            <pc:sldMk cId="2702978829" sldId="281"/>
            <ac:spMk id="112" creationId="{816A847A-9C74-6032-56D6-571E9F5181AB}"/>
          </ac:spMkLst>
        </pc:spChg>
        <pc:spChg chg="add mod">
          <ac:chgData name="Alice Grieco" userId="ef9d35ba-81af-4831-9ea5-c7674959d59c" providerId="ADAL" clId="{2CBE5346-5CB5-4A9F-BF36-DB4FF9B393A9}" dt="2025-12-11T14:44:17.816" v="1891" actId="1076"/>
          <ac:spMkLst>
            <pc:docMk/>
            <pc:sldMk cId="2702978829" sldId="281"/>
            <ac:spMk id="113" creationId="{972CDEDC-28B0-90F6-C806-7C74CC276A47}"/>
          </ac:spMkLst>
        </pc:spChg>
        <pc:spChg chg="add mod">
          <ac:chgData name="Alice Grieco" userId="ef9d35ba-81af-4831-9ea5-c7674959d59c" providerId="ADAL" clId="{2CBE5346-5CB5-4A9F-BF36-DB4FF9B393A9}" dt="2025-12-11T16:40:51.279" v="2469"/>
          <ac:spMkLst>
            <pc:docMk/>
            <pc:sldMk cId="2702978829" sldId="281"/>
            <ac:spMk id="116" creationId="{5A502A69-255B-D317-B32A-DDFF468497FA}"/>
          </ac:spMkLst>
        </pc:spChg>
        <pc:spChg chg="add mod">
          <ac:chgData name="Alice Grieco" userId="ef9d35ba-81af-4831-9ea5-c7674959d59c" providerId="ADAL" clId="{2CBE5346-5CB5-4A9F-BF36-DB4FF9B393A9}" dt="2025-12-12T10:42:56.255" v="3066" actId="1076"/>
          <ac:spMkLst>
            <pc:docMk/>
            <pc:sldMk cId="2702978829" sldId="281"/>
            <ac:spMk id="121" creationId="{4A6A79EF-C63D-8599-D941-9C9C8D1E9CFD}"/>
          </ac:spMkLst>
        </pc:spChg>
        <pc:picChg chg="add del mod ord modCrop">
          <ac:chgData name="Alice Grieco" userId="ef9d35ba-81af-4831-9ea5-c7674959d59c" providerId="ADAL" clId="{2CBE5346-5CB5-4A9F-BF36-DB4FF9B393A9}" dt="2025-12-12T10:42:47.169" v="3065" actId="1076"/>
          <ac:picMkLst>
            <pc:docMk/>
            <pc:sldMk cId="2702978829" sldId="281"/>
            <ac:picMk id="3" creationId="{942B3854-68EC-FC4C-5F31-38AF4DCBDD52}"/>
          </ac:picMkLst>
        </pc:picChg>
        <pc:picChg chg="add mod">
          <ac:chgData name="Alice Grieco" userId="ef9d35ba-81af-4831-9ea5-c7674959d59c" providerId="ADAL" clId="{2CBE5346-5CB5-4A9F-BF36-DB4FF9B393A9}" dt="2025-12-11T17:17:02.599" v="2541" actId="1076"/>
          <ac:picMkLst>
            <pc:docMk/>
            <pc:sldMk cId="2702978829" sldId="281"/>
            <ac:picMk id="44" creationId="{05AC935D-DE37-7ECD-C7E4-92A70D5B3384}"/>
          </ac:picMkLst>
        </pc:picChg>
        <pc:picChg chg="add mod">
          <ac:chgData name="Alice Grieco" userId="ef9d35ba-81af-4831-9ea5-c7674959d59c" providerId="ADAL" clId="{2CBE5346-5CB5-4A9F-BF36-DB4FF9B393A9}" dt="2025-12-11T17:17:58.359" v="2551" actId="1076"/>
          <ac:picMkLst>
            <pc:docMk/>
            <pc:sldMk cId="2702978829" sldId="281"/>
            <ac:picMk id="49" creationId="{4B13BC34-B523-5BBC-3E13-E709B72468C7}"/>
          </ac:picMkLst>
        </pc:picChg>
        <pc:picChg chg="add mod">
          <ac:chgData name="Alice Grieco" userId="ef9d35ba-81af-4831-9ea5-c7674959d59c" providerId="ADAL" clId="{2CBE5346-5CB5-4A9F-BF36-DB4FF9B393A9}" dt="2025-12-11T17:17:36.926" v="2545" actId="1076"/>
          <ac:picMkLst>
            <pc:docMk/>
            <pc:sldMk cId="2702978829" sldId="281"/>
            <ac:picMk id="53" creationId="{BFBE8E2E-8650-9E84-E984-32316FFE5AE0}"/>
          </ac:picMkLst>
        </pc:picChg>
        <pc:picChg chg="add mod">
          <ac:chgData name="Alice Grieco" userId="ef9d35ba-81af-4831-9ea5-c7674959d59c" providerId="ADAL" clId="{2CBE5346-5CB5-4A9F-BF36-DB4FF9B393A9}" dt="2025-12-15T11:52:51.861" v="4067"/>
          <ac:picMkLst>
            <pc:docMk/>
            <pc:sldMk cId="2702978829" sldId="281"/>
            <ac:picMk id="122" creationId="{9B9661AF-23F2-250A-424B-59D0A14663C0}"/>
          </ac:picMkLst>
        </pc:picChg>
        <pc:cxnChg chg="add mod">
          <ac:chgData name="Alice Grieco" userId="ef9d35ba-81af-4831-9ea5-c7674959d59c" providerId="ADAL" clId="{2CBE5346-5CB5-4A9F-BF36-DB4FF9B393A9}" dt="2025-12-11T14:54:00.062" v="1896" actId="14100"/>
          <ac:cxnSpMkLst>
            <pc:docMk/>
            <pc:sldMk cId="2702978829" sldId="281"/>
            <ac:cxnSpMk id="14" creationId="{5FA10419-0BBD-A364-99A1-6401082CB80F}"/>
          </ac:cxnSpMkLst>
        </pc:cxnChg>
        <pc:cxnChg chg="add mod">
          <ac:chgData name="Alice Grieco" userId="ef9d35ba-81af-4831-9ea5-c7674959d59c" providerId="ADAL" clId="{2CBE5346-5CB5-4A9F-BF36-DB4FF9B393A9}" dt="2025-12-11T14:38:29.414" v="1796" actId="14100"/>
          <ac:cxnSpMkLst>
            <pc:docMk/>
            <pc:sldMk cId="2702978829" sldId="281"/>
            <ac:cxnSpMk id="16" creationId="{AA5E22F1-BCE6-3BEA-074F-B4FB587738A4}"/>
          </ac:cxnSpMkLst>
        </pc:cxnChg>
        <pc:cxnChg chg="add mod">
          <ac:chgData name="Alice Grieco" userId="ef9d35ba-81af-4831-9ea5-c7674959d59c" providerId="ADAL" clId="{2CBE5346-5CB5-4A9F-BF36-DB4FF9B393A9}" dt="2025-12-11T14:38:15.634" v="1793" actId="14100"/>
          <ac:cxnSpMkLst>
            <pc:docMk/>
            <pc:sldMk cId="2702978829" sldId="281"/>
            <ac:cxnSpMk id="18" creationId="{C20F2B3E-A81B-08FC-1527-9A7FC486D38D}"/>
          </ac:cxnSpMkLst>
        </pc:cxnChg>
        <pc:cxnChg chg="add mod">
          <ac:chgData name="Alice Grieco" userId="ef9d35ba-81af-4831-9ea5-c7674959d59c" providerId="ADAL" clId="{2CBE5346-5CB5-4A9F-BF36-DB4FF9B393A9}" dt="2025-12-11T14:38:39.294" v="1798" actId="14100"/>
          <ac:cxnSpMkLst>
            <pc:docMk/>
            <pc:sldMk cId="2702978829" sldId="281"/>
            <ac:cxnSpMk id="20" creationId="{80D05801-A3C7-CE7E-BFE5-A7EF41CE9F77}"/>
          </ac:cxnSpMkLst>
        </pc:cxnChg>
        <pc:cxnChg chg="add">
          <ac:chgData name="Alice Grieco" userId="ef9d35ba-81af-4831-9ea5-c7674959d59c" providerId="ADAL" clId="{2CBE5346-5CB5-4A9F-BF36-DB4FF9B393A9}" dt="2025-12-11T14:35:44.338" v="1768" actId="11529"/>
          <ac:cxnSpMkLst>
            <pc:docMk/>
            <pc:sldMk cId="2702978829" sldId="281"/>
            <ac:cxnSpMk id="23" creationId="{DA565156-5A58-AF45-FB94-2D40B248C4A8}"/>
          </ac:cxnSpMkLst>
        </pc:cxnChg>
        <pc:cxnChg chg="add">
          <ac:chgData name="Alice Grieco" userId="ef9d35ba-81af-4831-9ea5-c7674959d59c" providerId="ADAL" clId="{2CBE5346-5CB5-4A9F-BF36-DB4FF9B393A9}" dt="2025-12-11T14:35:52.487" v="1769" actId="11529"/>
          <ac:cxnSpMkLst>
            <pc:docMk/>
            <pc:sldMk cId="2702978829" sldId="281"/>
            <ac:cxnSpMk id="25" creationId="{FF6AE4C4-D517-C307-B3BC-6D20412C9DDF}"/>
          </ac:cxnSpMkLst>
        </pc:cxnChg>
        <pc:cxnChg chg="add">
          <ac:chgData name="Alice Grieco" userId="ef9d35ba-81af-4831-9ea5-c7674959d59c" providerId="ADAL" clId="{2CBE5346-5CB5-4A9F-BF36-DB4FF9B393A9}" dt="2025-12-11T14:35:56.915" v="1770" actId="11529"/>
          <ac:cxnSpMkLst>
            <pc:docMk/>
            <pc:sldMk cId="2702978829" sldId="281"/>
            <ac:cxnSpMk id="27" creationId="{B1E2E723-14DF-0B9D-2447-9A85F6B1C167}"/>
          </ac:cxnSpMkLst>
        </pc:cxnChg>
        <pc:cxnChg chg="add">
          <ac:chgData name="Alice Grieco" userId="ef9d35ba-81af-4831-9ea5-c7674959d59c" providerId="ADAL" clId="{2CBE5346-5CB5-4A9F-BF36-DB4FF9B393A9}" dt="2025-12-11T14:36:01.343" v="1771" actId="11529"/>
          <ac:cxnSpMkLst>
            <pc:docMk/>
            <pc:sldMk cId="2702978829" sldId="281"/>
            <ac:cxnSpMk id="29" creationId="{97672CDA-2D27-F69C-A769-5982A2A5C48E}"/>
          </ac:cxnSpMkLst>
        </pc:cxnChg>
        <pc:cxnChg chg="add mod">
          <ac:chgData name="Alice Grieco" userId="ef9d35ba-81af-4831-9ea5-c7674959d59c" providerId="ADAL" clId="{2CBE5346-5CB5-4A9F-BF36-DB4FF9B393A9}" dt="2025-12-11T14:36:08.165" v="1773" actId="14100"/>
          <ac:cxnSpMkLst>
            <pc:docMk/>
            <pc:sldMk cId="2702978829" sldId="281"/>
            <ac:cxnSpMk id="31" creationId="{712141D0-E4C2-D7A2-5ADD-A2D3EF665D2B}"/>
          </ac:cxnSpMkLst>
        </pc:cxnChg>
        <pc:cxnChg chg="add">
          <ac:chgData name="Alice Grieco" userId="ef9d35ba-81af-4831-9ea5-c7674959d59c" providerId="ADAL" clId="{2CBE5346-5CB5-4A9F-BF36-DB4FF9B393A9}" dt="2025-12-11T14:36:12.808" v="1774" actId="11529"/>
          <ac:cxnSpMkLst>
            <pc:docMk/>
            <pc:sldMk cId="2702978829" sldId="281"/>
            <ac:cxnSpMk id="35" creationId="{6720AC23-2B12-036F-8E9E-530280062FCF}"/>
          </ac:cxnSpMkLst>
        </pc:cxnChg>
        <pc:cxnChg chg="add">
          <ac:chgData name="Alice Grieco" userId="ef9d35ba-81af-4831-9ea5-c7674959d59c" providerId="ADAL" clId="{2CBE5346-5CB5-4A9F-BF36-DB4FF9B393A9}" dt="2025-12-11T14:36:44.595" v="1777" actId="11529"/>
          <ac:cxnSpMkLst>
            <pc:docMk/>
            <pc:sldMk cId="2702978829" sldId="281"/>
            <ac:cxnSpMk id="39" creationId="{211AF8F5-C242-199E-EEC5-6D022755821F}"/>
          </ac:cxnSpMkLst>
        </pc:cxnChg>
        <pc:cxnChg chg="add">
          <ac:chgData name="Alice Grieco" userId="ef9d35ba-81af-4831-9ea5-c7674959d59c" providerId="ADAL" clId="{2CBE5346-5CB5-4A9F-BF36-DB4FF9B393A9}" dt="2025-12-11T14:36:48.719" v="1778" actId="11529"/>
          <ac:cxnSpMkLst>
            <pc:docMk/>
            <pc:sldMk cId="2702978829" sldId="281"/>
            <ac:cxnSpMk id="42" creationId="{C9909868-41D2-96D7-4834-B6C343898CD9}"/>
          </ac:cxnSpMkLst>
        </pc:cxnChg>
        <pc:cxnChg chg="add">
          <ac:chgData name="Alice Grieco" userId="ef9d35ba-81af-4831-9ea5-c7674959d59c" providerId="ADAL" clId="{2CBE5346-5CB5-4A9F-BF36-DB4FF9B393A9}" dt="2025-12-11T14:36:54.147" v="1779" actId="11529"/>
          <ac:cxnSpMkLst>
            <pc:docMk/>
            <pc:sldMk cId="2702978829" sldId="281"/>
            <ac:cxnSpMk id="48" creationId="{BFFF8BEA-255F-A2B0-B283-300E1C125890}"/>
          </ac:cxnSpMkLst>
        </pc:cxnChg>
        <pc:cxnChg chg="add">
          <ac:chgData name="Alice Grieco" userId="ef9d35ba-81af-4831-9ea5-c7674959d59c" providerId="ADAL" clId="{2CBE5346-5CB5-4A9F-BF36-DB4FF9B393A9}" dt="2025-12-11T14:37:00.108" v="1780" actId="11529"/>
          <ac:cxnSpMkLst>
            <pc:docMk/>
            <pc:sldMk cId="2702978829" sldId="281"/>
            <ac:cxnSpMk id="56" creationId="{545C9715-F128-4468-90F7-EF0788AD2C2C}"/>
          </ac:cxnSpMkLst>
        </pc:cxnChg>
        <pc:cxnChg chg="add mod">
          <ac:chgData name="Alice Grieco" userId="ef9d35ba-81af-4831-9ea5-c7674959d59c" providerId="ADAL" clId="{2CBE5346-5CB5-4A9F-BF36-DB4FF9B393A9}" dt="2025-12-11T14:37:53.851" v="1790" actId="14100"/>
          <ac:cxnSpMkLst>
            <pc:docMk/>
            <pc:sldMk cId="2702978829" sldId="281"/>
            <ac:cxnSpMk id="58" creationId="{F5CCE10B-EAF0-D837-2E8B-AD8C8E3EE161}"/>
          </ac:cxnSpMkLst>
        </pc:cxnChg>
        <pc:cxnChg chg="add">
          <ac:chgData name="Alice Grieco" userId="ef9d35ba-81af-4831-9ea5-c7674959d59c" providerId="ADAL" clId="{2CBE5346-5CB5-4A9F-BF36-DB4FF9B393A9}" dt="2025-12-11T14:37:12.447" v="1782" actId="11529"/>
          <ac:cxnSpMkLst>
            <pc:docMk/>
            <pc:sldMk cId="2702978829" sldId="281"/>
            <ac:cxnSpMk id="60" creationId="{15253A2C-CAD6-86B1-6EAD-C9A2429DDF55}"/>
          </ac:cxnSpMkLst>
        </pc:cxnChg>
        <pc:cxnChg chg="add">
          <ac:chgData name="Alice Grieco" userId="ef9d35ba-81af-4831-9ea5-c7674959d59c" providerId="ADAL" clId="{2CBE5346-5CB5-4A9F-BF36-DB4FF9B393A9}" dt="2025-12-11T14:37:17.600" v="1783" actId="11529"/>
          <ac:cxnSpMkLst>
            <pc:docMk/>
            <pc:sldMk cId="2702978829" sldId="281"/>
            <ac:cxnSpMk id="62" creationId="{379E301C-7F85-850B-85C2-F79F04356B48}"/>
          </ac:cxnSpMkLst>
        </pc:cxnChg>
        <pc:cxnChg chg="add">
          <ac:chgData name="Alice Grieco" userId="ef9d35ba-81af-4831-9ea5-c7674959d59c" providerId="ADAL" clId="{2CBE5346-5CB5-4A9F-BF36-DB4FF9B393A9}" dt="2025-12-11T14:37:24.119" v="1784" actId="11529"/>
          <ac:cxnSpMkLst>
            <pc:docMk/>
            <pc:sldMk cId="2702978829" sldId="281"/>
            <ac:cxnSpMk id="64" creationId="{FD6F61AF-880D-CBFB-8A73-4479835CD3EF}"/>
          </ac:cxnSpMkLst>
        </pc:cxnChg>
        <pc:cxnChg chg="add mod">
          <ac:chgData name="Alice Grieco" userId="ef9d35ba-81af-4831-9ea5-c7674959d59c" providerId="ADAL" clId="{2CBE5346-5CB5-4A9F-BF36-DB4FF9B393A9}" dt="2025-12-11T14:37:33.740" v="1786" actId="14100"/>
          <ac:cxnSpMkLst>
            <pc:docMk/>
            <pc:sldMk cId="2702978829" sldId="281"/>
            <ac:cxnSpMk id="66" creationId="{C4CF3C09-6A45-0A3A-00C6-4E0391260743}"/>
          </ac:cxnSpMkLst>
        </pc:cxnChg>
        <pc:cxnChg chg="add mod">
          <ac:chgData name="Alice Grieco" userId="ef9d35ba-81af-4831-9ea5-c7674959d59c" providerId="ADAL" clId="{2CBE5346-5CB5-4A9F-BF36-DB4FF9B393A9}" dt="2025-12-11T14:37:42.636" v="1788" actId="14100"/>
          <ac:cxnSpMkLst>
            <pc:docMk/>
            <pc:sldMk cId="2702978829" sldId="281"/>
            <ac:cxnSpMk id="69" creationId="{124FC563-AE8A-EF4C-656A-4AB553442BA5}"/>
          </ac:cxnSpMkLst>
        </pc:cxnChg>
        <pc:cxnChg chg="add">
          <ac:chgData name="Alice Grieco" userId="ef9d35ba-81af-4831-9ea5-c7674959d59c" providerId="ADAL" clId="{2CBE5346-5CB5-4A9F-BF36-DB4FF9B393A9}" dt="2025-12-11T14:37:47.595" v="1789" actId="11529"/>
          <ac:cxnSpMkLst>
            <pc:docMk/>
            <pc:sldMk cId="2702978829" sldId="281"/>
            <ac:cxnSpMk id="72" creationId="{13A54874-B47E-7D81-AA88-A9F3E00A8690}"/>
          </ac:cxnSpMkLst>
        </pc:cxnChg>
      </pc:sldChg>
      <pc:sldChg chg="addSp delSp modSp add mod">
        <pc:chgData name="Alice Grieco" userId="ef9d35ba-81af-4831-9ea5-c7674959d59c" providerId="ADAL" clId="{2CBE5346-5CB5-4A9F-BF36-DB4FF9B393A9}" dt="2025-12-17T11:17:33.847" v="4333" actId="1076"/>
        <pc:sldMkLst>
          <pc:docMk/>
          <pc:sldMk cId="2221925906" sldId="283"/>
        </pc:sldMkLst>
        <pc:spChg chg="add del">
          <ac:chgData name="Alice Grieco" userId="ef9d35ba-81af-4831-9ea5-c7674959d59c" providerId="ADAL" clId="{2CBE5346-5CB5-4A9F-BF36-DB4FF9B393A9}" dt="2025-12-17T09:50:02.754" v="4194" actId="478"/>
          <ac:spMkLst>
            <pc:docMk/>
            <pc:sldMk cId="2221925906" sldId="283"/>
            <ac:spMk id="4" creationId="{6A4B2599-B230-97C2-7AD2-AD00206300B7}"/>
          </ac:spMkLst>
        </pc:spChg>
        <pc:spChg chg="del">
          <ac:chgData name="Alice Grieco" userId="ef9d35ba-81af-4831-9ea5-c7674959d59c" providerId="ADAL" clId="{2CBE5346-5CB5-4A9F-BF36-DB4FF9B393A9}" dt="2025-12-17T09:49:54.998" v="4191" actId="478"/>
          <ac:spMkLst>
            <pc:docMk/>
            <pc:sldMk cId="2221925906" sldId="283"/>
            <ac:spMk id="9" creationId="{DEE3898C-C504-3909-388E-87E568180147}"/>
          </ac:spMkLst>
        </pc:spChg>
        <pc:spChg chg="del">
          <ac:chgData name="Alice Grieco" userId="ef9d35ba-81af-4831-9ea5-c7674959d59c" providerId="ADAL" clId="{2CBE5346-5CB5-4A9F-BF36-DB4FF9B393A9}" dt="2025-12-17T09:49:57.173" v="4192" actId="478"/>
          <ac:spMkLst>
            <pc:docMk/>
            <pc:sldMk cId="2221925906" sldId="283"/>
            <ac:spMk id="10" creationId="{C36B21E4-B93A-946E-7F28-E1E946881D6C}"/>
          </ac:spMkLst>
        </pc:spChg>
        <pc:spChg chg="del">
          <ac:chgData name="Alice Grieco" userId="ef9d35ba-81af-4831-9ea5-c7674959d59c" providerId="ADAL" clId="{2CBE5346-5CB5-4A9F-BF36-DB4FF9B393A9}" dt="2025-12-17T09:50:05.842" v="4195" actId="478"/>
          <ac:spMkLst>
            <pc:docMk/>
            <pc:sldMk cId="2221925906" sldId="283"/>
            <ac:spMk id="11" creationId="{6257663E-7CE1-E610-BA7E-385736F46D6E}"/>
          </ac:spMkLst>
        </pc:spChg>
        <pc:spChg chg="mod">
          <ac:chgData name="Alice Grieco" userId="ef9d35ba-81af-4831-9ea5-c7674959d59c" providerId="ADAL" clId="{2CBE5346-5CB5-4A9F-BF36-DB4FF9B393A9}" dt="2025-12-17T09:56:24.671" v="4280" actId="20577"/>
          <ac:spMkLst>
            <pc:docMk/>
            <pc:sldMk cId="2221925906" sldId="283"/>
            <ac:spMk id="39" creationId="{B977ABEA-DC77-0A7E-F2C5-CA66BDA0BD7B}"/>
          </ac:spMkLst>
        </pc:spChg>
        <pc:picChg chg="add del mod">
          <ac:chgData name="Alice Grieco" userId="ef9d35ba-81af-4831-9ea5-c7674959d59c" providerId="ADAL" clId="{2CBE5346-5CB5-4A9F-BF36-DB4FF9B393A9}" dt="2025-12-17T10:31:10.916" v="4292" actId="478"/>
          <ac:picMkLst>
            <pc:docMk/>
            <pc:sldMk cId="2221925906" sldId="283"/>
            <ac:picMk id="6" creationId="{0935400C-FF3E-977E-375F-32518FD4932A}"/>
          </ac:picMkLst>
        </pc:picChg>
        <pc:picChg chg="mod modCrop">
          <ac:chgData name="Alice Grieco" userId="ef9d35ba-81af-4831-9ea5-c7674959d59c" providerId="ADAL" clId="{2CBE5346-5CB5-4A9F-BF36-DB4FF9B393A9}" dt="2025-12-17T10:32:28.904" v="4299" actId="1076"/>
          <ac:picMkLst>
            <pc:docMk/>
            <pc:sldMk cId="2221925906" sldId="283"/>
            <ac:picMk id="7" creationId="{FE3D3908-35E6-9E31-2221-63A0DC6BC547}"/>
          </ac:picMkLst>
        </pc:picChg>
        <pc:picChg chg="add mod">
          <ac:chgData name="Alice Grieco" userId="ef9d35ba-81af-4831-9ea5-c7674959d59c" providerId="ADAL" clId="{2CBE5346-5CB5-4A9F-BF36-DB4FF9B393A9}" dt="2025-12-17T11:15:24.188" v="4318" actId="1076"/>
          <ac:picMkLst>
            <pc:docMk/>
            <pc:sldMk cId="2221925906" sldId="283"/>
            <ac:picMk id="8" creationId="{E4EE0E1E-9E59-1DAD-97EE-231363E72806}"/>
          </ac:picMkLst>
        </pc:picChg>
        <pc:picChg chg="del">
          <ac:chgData name="Alice Grieco" userId="ef9d35ba-81af-4831-9ea5-c7674959d59c" providerId="ADAL" clId="{2CBE5346-5CB5-4A9F-BF36-DB4FF9B393A9}" dt="2025-12-17T11:14:52.079" v="4308" actId="478"/>
          <ac:picMkLst>
            <pc:docMk/>
            <pc:sldMk cId="2221925906" sldId="283"/>
            <ac:picMk id="10" creationId="{A992139E-1E0F-2275-D8EE-74A4E9CE99DA}"/>
          </ac:picMkLst>
        </pc:picChg>
        <pc:picChg chg="del">
          <ac:chgData name="Alice Grieco" userId="ef9d35ba-81af-4831-9ea5-c7674959d59c" providerId="ADAL" clId="{2CBE5346-5CB5-4A9F-BF36-DB4FF9B393A9}" dt="2025-12-17T11:17:09.824" v="4325" actId="478"/>
          <ac:picMkLst>
            <pc:docMk/>
            <pc:sldMk cId="2221925906" sldId="283"/>
            <ac:picMk id="13" creationId="{11DDEAA9-DB7A-9F59-0392-3F82D1B356B3}"/>
          </ac:picMkLst>
        </pc:picChg>
        <pc:picChg chg="add del mod">
          <ac:chgData name="Alice Grieco" userId="ef9d35ba-81af-4831-9ea5-c7674959d59c" providerId="ADAL" clId="{2CBE5346-5CB5-4A9F-BF36-DB4FF9B393A9}" dt="2025-12-17T11:17:10.993" v="4326" actId="478"/>
          <ac:picMkLst>
            <pc:docMk/>
            <pc:sldMk cId="2221925906" sldId="283"/>
            <ac:picMk id="14" creationId="{BDA335ED-DB48-C6CF-4721-9F22D17F175F}"/>
          </ac:picMkLst>
        </pc:picChg>
        <pc:picChg chg="add mod">
          <ac:chgData name="Alice Grieco" userId="ef9d35ba-81af-4831-9ea5-c7674959d59c" providerId="ADAL" clId="{2CBE5346-5CB5-4A9F-BF36-DB4FF9B393A9}" dt="2025-12-17T11:17:33.847" v="4333" actId="1076"/>
          <ac:picMkLst>
            <pc:docMk/>
            <pc:sldMk cId="2221925906" sldId="283"/>
            <ac:picMk id="16" creationId="{4D7EDBB0-2C12-83A7-5B7C-C687B268DFE5}"/>
          </ac:picMkLst>
        </pc:picChg>
      </pc:sldChg>
      <pc:sldMasterChg chg="modSldLayout">
        <pc:chgData name="Alice Grieco" userId="ef9d35ba-81af-4831-9ea5-c7674959d59c" providerId="ADAL" clId="{2CBE5346-5CB5-4A9F-BF36-DB4FF9B393A9}" dt="2025-12-10T09:24:15.873" v="1080" actId="735"/>
        <pc:sldMasterMkLst>
          <pc:docMk/>
          <pc:sldMasterMk cId="2324195964" sldId="2147483648"/>
        </pc:sldMasterMkLst>
        <pc:sldLayoutChg chg="modSp">
          <pc:chgData name="Alice Grieco" userId="ef9d35ba-81af-4831-9ea5-c7674959d59c" providerId="ADAL" clId="{2CBE5346-5CB5-4A9F-BF36-DB4FF9B393A9}" dt="2025-12-10T09:24:15.873" v="1080" actId="735"/>
          <pc:sldLayoutMkLst>
            <pc:docMk/>
            <pc:sldMasterMk cId="2324195964" sldId="2147483648"/>
            <pc:sldLayoutMk cId="1624656532" sldId="2147483649"/>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intestazion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it-IT"/>
          </a:p>
        </p:txBody>
      </p:sp>
      <p:sp>
        <p:nvSpPr>
          <p:cNvPr id="3" name="Segnaposto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8701CF-6061-4146-93C5-B20504BD3367}" type="datetimeFigureOut">
              <a:rPr lang="it-IT" smtClean="0"/>
              <a:t>17/12/2025</a:t>
            </a:fld>
            <a:endParaRPr lang="it-IT"/>
          </a:p>
        </p:txBody>
      </p:sp>
      <p:sp>
        <p:nvSpPr>
          <p:cNvPr id="4" name="Segnaposto immagin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it-IT"/>
          </a:p>
        </p:txBody>
      </p:sp>
      <p:sp>
        <p:nvSpPr>
          <p:cNvPr id="5" name="Segnaposto note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6" name="Segnaposto piè di pa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it-IT"/>
          </a:p>
        </p:txBody>
      </p:sp>
      <p:sp>
        <p:nvSpPr>
          <p:cNvPr id="7" name="Segnaposto numero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DD795B-2BFB-48E3-B8C6-4DB73EBE28C9}" type="slidenum">
              <a:rPr lang="it-IT" smtClean="0"/>
              <a:t>‹#›</a:t>
            </a:fld>
            <a:endParaRPr lang="it-IT"/>
          </a:p>
        </p:txBody>
      </p:sp>
    </p:spTree>
    <p:extLst>
      <p:ext uri="{BB962C8B-B14F-4D97-AF65-F5344CB8AC3E}">
        <p14:creationId xmlns:p14="http://schemas.microsoft.com/office/powerpoint/2010/main" val="293169285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E5DD795B-2BFB-48E3-B8C6-4DB73EBE28C9}" type="slidenum">
              <a:rPr lang="it-IT" smtClean="0"/>
              <a:t>1</a:t>
            </a:fld>
            <a:endParaRPr lang="it-IT"/>
          </a:p>
        </p:txBody>
      </p:sp>
    </p:spTree>
    <p:extLst>
      <p:ext uri="{BB962C8B-B14F-4D97-AF65-F5344CB8AC3E}">
        <p14:creationId xmlns:p14="http://schemas.microsoft.com/office/powerpoint/2010/main" val="348181651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wind farm is located </a:t>
            </a:r>
            <a:r>
              <a:rPr lang="en-US" b="1"/>
              <a:t>36 kilometers off the coast</a:t>
            </a:r>
            <a:r>
              <a:rPr lang="en-US"/>
              <a:t> of Sicily and Calabria. The layout consists of </a:t>
            </a:r>
            <a:r>
              <a:rPr lang="en-US" b="1"/>
              <a:t>33 turbines</a:t>
            </a:r>
            <a:r>
              <a:rPr lang="en-US"/>
              <a:t>, each with a nominal capacity of </a:t>
            </a:r>
            <a:r>
              <a:rPr lang="en-US" b="1"/>
              <a:t>15 MW</a:t>
            </a:r>
            <a:r>
              <a:rPr lang="en-US"/>
              <a:t>. This gives the project a total potential capacity of </a:t>
            </a:r>
            <a:r>
              <a:rPr lang="en-US" b="1"/>
              <a:t>495 MW</a:t>
            </a:r>
            <a:r>
              <a:rPr lang="en-US"/>
              <a:t>. Currently, the farm is in the </a:t>
            </a:r>
            <a:r>
              <a:rPr lang="en-US" b="1"/>
              <a:t>permitting phase</a:t>
            </a:r>
            <a:r>
              <a:rPr lang="en-US"/>
              <a:t>.</a:t>
            </a:r>
            <a:endParaRPr lang="it-IT"/>
          </a:p>
        </p:txBody>
      </p:sp>
      <p:sp>
        <p:nvSpPr>
          <p:cNvPr id="4" name="Slide Number Placeholder 3"/>
          <p:cNvSpPr>
            <a:spLocks noGrp="1"/>
          </p:cNvSpPr>
          <p:nvPr>
            <p:ph type="sldNum" sz="quarter" idx="5"/>
          </p:nvPr>
        </p:nvSpPr>
        <p:spPr/>
        <p:txBody>
          <a:bodyPr/>
          <a:lstStyle/>
          <a:p>
            <a:fld id="{E5DD795B-2BFB-48E3-B8C6-4DB73EBE28C9}" type="slidenum">
              <a:rPr lang="it-IT" smtClean="0"/>
              <a:t>2</a:t>
            </a:fld>
            <a:endParaRPr lang="it-IT"/>
          </a:p>
        </p:txBody>
      </p:sp>
    </p:spTree>
    <p:extLst>
      <p:ext uri="{BB962C8B-B14F-4D97-AF65-F5344CB8AC3E}">
        <p14:creationId xmlns:p14="http://schemas.microsoft.com/office/powerpoint/2010/main" val="16367472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The market analysis highlights Italy's strategy. Italy ranks </a:t>
            </a:r>
            <a:r>
              <a:rPr lang="en-US" b="1"/>
              <a:t>3rd worldwide</a:t>
            </a:r>
            <a:r>
              <a:rPr lang="en-US"/>
              <a:t> for floating offshore wind potential, with a theoretical capacity of </a:t>
            </a:r>
            <a:r>
              <a:rPr lang="en-US" b="1"/>
              <a:t>207.3 GW</a:t>
            </a:r>
            <a:r>
              <a:rPr lang="en-US"/>
              <a:t>. Currently, there is a significant gap: only </a:t>
            </a:r>
            <a:r>
              <a:rPr lang="en-US" b="1"/>
              <a:t>30 MW</a:t>
            </a:r>
            <a:r>
              <a:rPr lang="en-US"/>
              <a:t> are installed, while over </a:t>
            </a:r>
            <a:r>
              <a:rPr lang="en-US" b="1"/>
              <a:t>70 GW</a:t>
            </a:r>
            <a:r>
              <a:rPr lang="en-US"/>
              <a:t> are under evaluation.</a:t>
            </a:r>
          </a:p>
          <a:p>
            <a:r>
              <a:rPr lang="en-US"/>
              <a:t>Our country benefits from strategic advantages, including </a:t>
            </a:r>
            <a:r>
              <a:rPr lang="en-US" b="1"/>
              <a:t>8,000 km of coastline</a:t>
            </a:r>
            <a:r>
              <a:rPr lang="en-US"/>
              <a:t> characterized by deep waters and strong winds—ideal conditions for floating turbines, particularly in </a:t>
            </a:r>
            <a:r>
              <a:rPr lang="en-US" b="1"/>
              <a:t>Sicily</a:t>
            </a:r>
            <a:r>
              <a:rPr lang="en-US"/>
              <a:t>. From an economic perspective, the </a:t>
            </a:r>
            <a:r>
              <a:rPr lang="en-US" b="1"/>
              <a:t>supply chain</a:t>
            </a:r>
            <a:r>
              <a:rPr lang="en-US"/>
              <a:t> is consolidating, and incentives are growing, such as those provided by the </a:t>
            </a:r>
            <a:r>
              <a:rPr lang="en-US" b="1"/>
              <a:t>FER2 Decree</a:t>
            </a:r>
            <a:r>
              <a:rPr lang="en-US"/>
              <a:t>.</a:t>
            </a:r>
          </a:p>
        </p:txBody>
      </p:sp>
      <p:sp>
        <p:nvSpPr>
          <p:cNvPr id="4" name="Slide Number Placeholder 3"/>
          <p:cNvSpPr>
            <a:spLocks noGrp="1"/>
          </p:cNvSpPr>
          <p:nvPr>
            <p:ph type="sldNum" sz="quarter" idx="5"/>
          </p:nvPr>
        </p:nvSpPr>
        <p:spPr/>
        <p:txBody>
          <a:bodyPr/>
          <a:lstStyle/>
          <a:p>
            <a:fld id="{E5DD795B-2BFB-48E3-B8C6-4DB73EBE28C9}" type="slidenum">
              <a:rPr lang="it-IT" smtClean="0"/>
              <a:t>4</a:t>
            </a:fld>
            <a:endParaRPr lang="it-IT"/>
          </a:p>
        </p:txBody>
      </p:sp>
    </p:spTree>
    <p:extLst>
      <p:ext uri="{BB962C8B-B14F-4D97-AF65-F5344CB8AC3E}">
        <p14:creationId xmlns:p14="http://schemas.microsoft.com/office/powerpoint/2010/main" val="3808499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Our project fits perfectly with the </a:t>
            </a:r>
            <a:r>
              <a:rPr lang="en-US" b="1"/>
              <a:t>PNRR</a:t>
            </a:r>
            <a:r>
              <a:rPr lang="en-US"/>
              <a:t> and </a:t>
            </a:r>
            <a:r>
              <a:rPr lang="en-US" b="1"/>
              <a:t>PNIEC</a:t>
            </a:r>
            <a:r>
              <a:rPr lang="en-US"/>
              <a:t> frameworks. We ensure bankability through the </a:t>
            </a:r>
            <a:r>
              <a:rPr lang="en-US" b="1"/>
              <a:t>FER2 Decree's 25-year incentives</a:t>
            </a:r>
            <a:r>
              <a:rPr lang="en-US"/>
              <a:t>. Because our capacity is over </a:t>
            </a:r>
            <a:r>
              <a:rPr lang="en-US" b="1"/>
              <a:t>300 MW</a:t>
            </a:r>
            <a:r>
              <a:rPr lang="en-US"/>
              <a:t>, </a:t>
            </a:r>
            <a:r>
              <a:rPr lang="en-US" b="1"/>
              <a:t>MASE</a:t>
            </a:r>
            <a:r>
              <a:rPr lang="en-US"/>
              <a:t> handles our authorization directly. Crucially, the site avoids all </a:t>
            </a:r>
            <a:r>
              <a:rPr lang="en-US" b="1"/>
              <a:t>Natura 2000</a:t>
            </a:r>
            <a:r>
              <a:rPr lang="en-US"/>
              <a:t> areas and local fishing zones.</a:t>
            </a:r>
            <a:endParaRPr lang="it-IT"/>
          </a:p>
        </p:txBody>
      </p:sp>
      <p:sp>
        <p:nvSpPr>
          <p:cNvPr id="4" name="Slide Number Placeholder 3"/>
          <p:cNvSpPr>
            <a:spLocks noGrp="1"/>
          </p:cNvSpPr>
          <p:nvPr>
            <p:ph type="sldNum" sz="quarter" idx="5"/>
          </p:nvPr>
        </p:nvSpPr>
        <p:spPr/>
        <p:txBody>
          <a:bodyPr/>
          <a:lstStyle/>
          <a:p>
            <a:fld id="{E5DD795B-2BFB-48E3-B8C6-4DB73EBE28C9}" type="slidenum">
              <a:rPr lang="it-IT" smtClean="0"/>
              <a:t>5</a:t>
            </a:fld>
            <a:endParaRPr lang="it-IT"/>
          </a:p>
        </p:txBody>
      </p:sp>
    </p:spTree>
    <p:extLst>
      <p:ext uri="{BB962C8B-B14F-4D97-AF65-F5344CB8AC3E}">
        <p14:creationId xmlns:p14="http://schemas.microsoft.com/office/powerpoint/2010/main" val="18670634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a:solidFill>
                  <a:schemeClr val="tx1"/>
                </a:solidFill>
                <a:effectLst/>
                <a:latin typeface="+mn-lt"/>
                <a:ea typeface="+mn-ea"/>
                <a:cs typeface="+mn-cs"/>
              </a:rPr>
              <a:t>Moving on to the Environmental Impact, we have analyzed four key areas.</a:t>
            </a:r>
          </a:p>
          <a:p>
            <a:r>
              <a:rPr lang="en-US" sz="1200" b="0" i="0" kern="1200">
                <a:solidFill>
                  <a:schemeClr val="tx1"/>
                </a:solidFill>
                <a:effectLst/>
                <a:latin typeface="+mn-lt"/>
                <a:ea typeface="+mn-ea"/>
                <a:cs typeface="+mn-cs"/>
              </a:rPr>
              <a:t>Regarding Air Quality, while construction emissions are temporary, the long-term operation avoids fossil fuels, resulting in a net positive effect.</a:t>
            </a:r>
          </a:p>
          <a:p>
            <a:r>
              <a:rPr lang="en-US" sz="1200" b="0" i="0" kern="1200">
                <a:solidFill>
                  <a:schemeClr val="tx1"/>
                </a:solidFill>
                <a:effectLst/>
                <a:latin typeface="+mn-lt"/>
                <a:ea typeface="+mn-ea"/>
                <a:cs typeface="+mn-cs"/>
              </a:rPr>
              <a:t>For Biodiversity and Acoustics, impacts are primarily limited to the construction phase and there are a lot of systems to mitigate them.</a:t>
            </a:r>
          </a:p>
          <a:p>
            <a:r>
              <a:rPr lang="en-US" sz="1200" b="0" i="0" kern="1200">
                <a:solidFill>
                  <a:schemeClr val="tx1"/>
                </a:solidFill>
                <a:effectLst/>
                <a:latin typeface="+mn-lt"/>
                <a:ea typeface="+mn-ea"/>
                <a:cs typeface="+mn-cs"/>
              </a:rPr>
              <a:t>Finally, the Visual Impact is negligible because the farm is located 36 km from the coast, making the turbines barely visible.</a:t>
            </a:r>
          </a:p>
          <a:p>
            <a:endParaRPr lang="en-US" sz="1200" b="0" i="0" kern="1200">
              <a:solidFill>
                <a:schemeClr val="tx1"/>
              </a:solidFill>
              <a:effectLst/>
              <a:latin typeface="+mn-lt"/>
              <a:ea typeface="+mn-ea"/>
              <a:cs typeface="+mn-cs"/>
            </a:endParaRPr>
          </a:p>
          <a:p>
            <a:r>
              <a:rPr lang="en-US" sz="1200" b="0" i="0" kern="1200">
                <a:solidFill>
                  <a:schemeClr val="tx1"/>
                </a:solidFill>
                <a:effectLst/>
                <a:latin typeface="+mn-lt"/>
                <a:ea typeface="+mn-ea"/>
                <a:cs typeface="+mn-cs"/>
              </a:rPr>
              <a:t>I will now let ……. continue</a:t>
            </a:r>
          </a:p>
        </p:txBody>
      </p:sp>
      <p:sp>
        <p:nvSpPr>
          <p:cNvPr id="4" name="Slide Number Placeholder 3"/>
          <p:cNvSpPr>
            <a:spLocks noGrp="1"/>
          </p:cNvSpPr>
          <p:nvPr>
            <p:ph type="sldNum" sz="quarter" idx="5"/>
          </p:nvPr>
        </p:nvSpPr>
        <p:spPr/>
        <p:txBody>
          <a:bodyPr/>
          <a:lstStyle/>
          <a:p>
            <a:fld id="{E5DD795B-2BFB-48E3-B8C6-4DB73EBE28C9}" type="slidenum">
              <a:rPr lang="it-IT" smtClean="0"/>
              <a:t>6</a:t>
            </a:fld>
            <a:endParaRPr lang="it-IT"/>
          </a:p>
        </p:txBody>
      </p:sp>
    </p:spTree>
    <p:extLst>
      <p:ext uri="{BB962C8B-B14F-4D97-AF65-F5344CB8AC3E}">
        <p14:creationId xmlns:p14="http://schemas.microsoft.com/office/powerpoint/2010/main" val="37662722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it-IT"/>
          </a:p>
        </p:txBody>
      </p:sp>
      <p:sp>
        <p:nvSpPr>
          <p:cNvPr id="4" name="Slide Number Placeholder 3"/>
          <p:cNvSpPr>
            <a:spLocks noGrp="1"/>
          </p:cNvSpPr>
          <p:nvPr>
            <p:ph type="sldNum" sz="quarter" idx="5"/>
          </p:nvPr>
        </p:nvSpPr>
        <p:spPr/>
        <p:txBody>
          <a:bodyPr/>
          <a:lstStyle/>
          <a:p>
            <a:fld id="{E5DD795B-2BFB-48E3-B8C6-4DB73EBE28C9}" type="slidenum">
              <a:rPr lang="it-IT" smtClean="0"/>
              <a:t>14</a:t>
            </a:fld>
            <a:endParaRPr lang="it-IT"/>
          </a:p>
        </p:txBody>
      </p:sp>
    </p:spTree>
    <p:extLst>
      <p:ext uri="{BB962C8B-B14F-4D97-AF65-F5344CB8AC3E}">
        <p14:creationId xmlns:p14="http://schemas.microsoft.com/office/powerpoint/2010/main" val="642617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38B64968-3DA4-91EB-D221-02AD79C964CA}"/>
              </a:ext>
            </a:extLst>
          </p:cNvPr>
          <p:cNvSpPr>
            <a:spLocks noGrp="1"/>
          </p:cNvSpPr>
          <p:nvPr>
            <p:ph type="ctrTitle"/>
          </p:nvPr>
        </p:nvSpPr>
        <p:spPr>
          <a:xfrm>
            <a:off x="1524000" y="1122363"/>
            <a:ext cx="9144000" cy="2387600"/>
          </a:xfrm>
        </p:spPr>
        <p:txBody>
          <a:bodyPr anchor="b"/>
          <a:lstStyle>
            <a:lvl1pPr algn="ctr">
              <a:defRPr sz="6000"/>
            </a:lvl1pPr>
          </a:lstStyle>
          <a:p>
            <a:r>
              <a:rPr lang="it-IT"/>
              <a:t>Fare clic per modificare lo stile del titolo dello schema</a:t>
            </a:r>
          </a:p>
        </p:txBody>
      </p:sp>
      <p:sp>
        <p:nvSpPr>
          <p:cNvPr id="3" name="Sottotitolo 2">
            <a:extLst>
              <a:ext uri="{FF2B5EF4-FFF2-40B4-BE49-F238E27FC236}">
                <a16:creationId xmlns:a16="http://schemas.microsoft.com/office/drawing/2014/main" id="{0324E7AB-54BC-44D7-DD06-3E424A8481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it-IT"/>
              <a:t>Fare clic per modificare lo stile del sottotitolo dello schema</a:t>
            </a:r>
          </a:p>
        </p:txBody>
      </p:sp>
      <p:sp>
        <p:nvSpPr>
          <p:cNvPr id="4" name="Segnaposto data 3">
            <a:extLst>
              <a:ext uri="{FF2B5EF4-FFF2-40B4-BE49-F238E27FC236}">
                <a16:creationId xmlns:a16="http://schemas.microsoft.com/office/drawing/2014/main" id="{4B19D2ED-4ED7-79DB-34F8-97E4FD2E1D04}"/>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5" name="Segnaposto piè di pagina 4">
            <a:extLst>
              <a:ext uri="{FF2B5EF4-FFF2-40B4-BE49-F238E27FC236}">
                <a16:creationId xmlns:a16="http://schemas.microsoft.com/office/drawing/2014/main" id="{A655A29C-5D8A-7F23-AB1F-3C1802FBB629}"/>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5972DF3-A1A1-721B-A925-FE3FA591A1A1}"/>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1624656532"/>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pos="438" userDrawn="1">
          <p15:clr>
            <a:srgbClr val="FBAE40"/>
          </p15:clr>
        </p15:guide>
        <p15:guide id="4" orient="horz" pos="346" userDrawn="1">
          <p15:clr>
            <a:srgbClr val="FBAE40"/>
          </p15:clr>
        </p15:guide>
        <p15:guide id="5" pos="7265" userDrawn="1">
          <p15:clr>
            <a:srgbClr val="FBAE40"/>
          </p15:clr>
        </p15:guide>
        <p15:guide id="6" orient="horz" pos="3929"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olo e contenu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7421845E-9913-DE0B-62F6-985D7521C817}"/>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9CCC657D-0215-70D2-1944-C3AE5AEAEAE3}"/>
              </a:ext>
            </a:extLst>
          </p:cNvPr>
          <p:cNvSpPr>
            <a:spLocks noGrp="1"/>
          </p:cNvSpPr>
          <p:nvPr>
            <p:ph idx="1"/>
          </p:nvPr>
        </p:nvSpPr>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233FA659-FE55-9D8B-5D3C-476F45AA8DD0}"/>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5" name="Segnaposto piè di pagina 4">
            <a:extLst>
              <a:ext uri="{FF2B5EF4-FFF2-40B4-BE49-F238E27FC236}">
                <a16:creationId xmlns:a16="http://schemas.microsoft.com/office/drawing/2014/main" id="{E1C967B3-9B44-0D84-81BF-9BCF66488E15}"/>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FED43FBB-E8D5-6C8E-8C1F-9B9C7D18E501}"/>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41944020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Intestazione sezion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0A1BBE0C-4EE8-894F-CD16-2E803F14FCB1}"/>
              </a:ext>
            </a:extLst>
          </p:cNvPr>
          <p:cNvSpPr>
            <a:spLocks noGrp="1"/>
          </p:cNvSpPr>
          <p:nvPr>
            <p:ph type="title"/>
          </p:nvPr>
        </p:nvSpPr>
        <p:spPr>
          <a:xfrm>
            <a:off x="831850" y="1709738"/>
            <a:ext cx="10515600" cy="2852737"/>
          </a:xfrm>
        </p:spPr>
        <p:txBody>
          <a:bodyPr anchor="b"/>
          <a:lstStyle>
            <a:lvl1pPr>
              <a:defRPr sz="6000"/>
            </a:lvl1pPr>
          </a:lstStyle>
          <a:p>
            <a:r>
              <a:rPr lang="it-IT"/>
              <a:t>Fare clic per modificare lo stile del titolo dello schema</a:t>
            </a:r>
          </a:p>
        </p:txBody>
      </p:sp>
      <p:sp>
        <p:nvSpPr>
          <p:cNvPr id="3" name="Segnaposto testo 2">
            <a:extLst>
              <a:ext uri="{FF2B5EF4-FFF2-40B4-BE49-F238E27FC236}">
                <a16:creationId xmlns:a16="http://schemas.microsoft.com/office/drawing/2014/main" id="{8945440D-F13A-DECC-17AD-F02F61A2B0C0}"/>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it-IT"/>
              <a:t>Fare clic per modificare gli stili del testo dello schema</a:t>
            </a:r>
          </a:p>
        </p:txBody>
      </p:sp>
      <p:sp>
        <p:nvSpPr>
          <p:cNvPr id="4" name="Segnaposto data 3">
            <a:extLst>
              <a:ext uri="{FF2B5EF4-FFF2-40B4-BE49-F238E27FC236}">
                <a16:creationId xmlns:a16="http://schemas.microsoft.com/office/drawing/2014/main" id="{8C601393-C554-6706-F829-F17089628B73}"/>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5" name="Segnaposto piè di pagina 4">
            <a:extLst>
              <a:ext uri="{FF2B5EF4-FFF2-40B4-BE49-F238E27FC236}">
                <a16:creationId xmlns:a16="http://schemas.microsoft.com/office/drawing/2014/main" id="{487E8A10-42E4-10EF-7D3F-127D9CBF19D1}"/>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E7F5DC30-4AA3-7F0E-4133-A64EDACB28C5}"/>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16467926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ue contenuti">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F54D0D57-3128-3630-EE34-C3139EE5351A}"/>
              </a:ext>
            </a:extLst>
          </p:cNvPr>
          <p:cNvSpPr>
            <a:spLocks noGrp="1"/>
          </p:cNvSpPr>
          <p:nvPr>
            <p:ph type="title"/>
          </p:nvPr>
        </p:nvSpPr>
        <p:spPr/>
        <p:txBody>
          <a:body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74885179-1AE4-E5BF-3A9C-F382AA336FC4}"/>
              </a:ext>
            </a:extLst>
          </p:cNvPr>
          <p:cNvSpPr>
            <a:spLocks noGrp="1"/>
          </p:cNvSpPr>
          <p:nvPr>
            <p:ph sz="half" idx="1"/>
          </p:nvPr>
        </p:nvSpPr>
        <p:spPr>
          <a:xfrm>
            <a:off x="838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contenuto 3">
            <a:extLst>
              <a:ext uri="{FF2B5EF4-FFF2-40B4-BE49-F238E27FC236}">
                <a16:creationId xmlns:a16="http://schemas.microsoft.com/office/drawing/2014/main" id="{087EF786-7C54-3798-1FA6-6D09720DB4B4}"/>
              </a:ext>
            </a:extLst>
          </p:cNvPr>
          <p:cNvSpPr>
            <a:spLocks noGrp="1"/>
          </p:cNvSpPr>
          <p:nvPr>
            <p:ph sz="half" idx="2"/>
          </p:nvPr>
        </p:nvSpPr>
        <p:spPr>
          <a:xfrm>
            <a:off x="6172200" y="1825625"/>
            <a:ext cx="5181600" cy="435133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data 4">
            <a:extLst>
              <a:ext uri="{FF2B5EF4-FFF2-40B4-BE49-F238E27FC236}">
                <a16:creationId xmlns:a16="http://schemas.microsoft.com/office/drawing/2014/main" id="{54A56597-07BF-DB05-82C1-7F461EAD12E3}"/>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6" name="Segnaposto piè di pagina 5">
            <a:extLst>
              <a:ext uri="{FF2B5EF4-FFF2-40B4-BE49-F238E27FC236}">
                <a16:creationId xmlns:a16="http://schemas.microsoft.com/office/drawing/2014/main" id="{251455B1-E309-B988-6F3C-95994C985B88}"/>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37719B5A-56C6-6BBF-2255-C7737E3DC076}"/>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299161319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nfront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992003F4-006D-B3EA-A96C-0BA7E69DC745}"/>
              </a:ext>
            </a:extLst>
          </p:cNvPr>
          <p:cNvSpPr>
            <a:spLocks noGrp="1"/>
          </p:cNvSpPr>
          <p:nvPr>
            <p:ph type="title"/>
          </p:nvPr>
        </p:nvSpPr>
        <p:spPr>
          <a:xfrm>
            <a:off x="839788" y="365125"/>
            <a:ext cx="10515600" cy="1325563"/>
          </a:xfrm>
        </p:spPr>
        <p:txBody>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E701716C-6B17-B416-A7AF-70744493941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4" name="Segnaposto contenuto 3">
            <a:extLst>
              <a:ext uri="{FF2B5EF4-FFF2-40B4-BE49-F238E27FC236}">
                <a16:creationId xmlns:a16="http://schemas.microsoft.com/office/drawing/2014/main" id="{DF14E9FC-2BFF-43B9-2898-9CE72F8DEE80}"/>
              </a:ext>
            </a:extLst>
          </p:cNvPr>
          <p:cNvSpPr>
            <a:spLocks noGrp="1"/>
          </p:cNvSpPr>
          <p:nvPr>
            <p:ph sz="half" idx="2"/>
          </p:nvPr>
        </p:nvSpPr>
        <p:spPr>
          <a:xfrm>
            <a:off x="839788" y="2505075"/>
            <a:ext cx="5157787"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5" name="Segnaposto testo 4">
            <a:extLst>
              <a:ext uri="{FF2B5EF4-FFF2-40B4-BE49-F238E27FC236}">
                <a16:creationId xmlns:a16="http://schemas.microsoft.com/office/drawing/2014/main" id="{566DB207-4E07-0378-9F19-BE876419CB6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it-IT"/>
              <a:t>Fare clic per modificare gli stili del testo dello schema</a:t>
            </a:r>
          </a:p>
        </p:txBody>
      </p:sp>
      <p:sp>
        <p:nvSpPr>
          <p:cNvPr id="6" name="Segnaposto contenuto 5">
            <a:extLst>
              <a:ext uri="{FF2B5EF4-FFF2-40B4-BE49-F238E27FC236}">
                <a16:creationId xmlns:a16="http://schemas.microsoft.com/office/drawing/2014/main" id="{E4A9330C-230B-6CCF-E10C-AA549C7F9089}"/>
              </a:ext>
            </a:extLst>
          </p:cNvPr>
          <p:cNvSpPr>
            <a:spLocks noGrp="1"/>
          </p:cNvSpPr>
          <p:nvPr>
            <p:ph sz="quarter" idx="4"/>
          </p:nvPr>
        </p:nvSpPr>
        <p:spPr>
          <a:xfrm>
            <a:off x="6172200" y="2505075"/>
            <a:ext cx="5183188" cy="3684588"/>
          </a:xfrm>
        </p:spPr>
        <p:txBody>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7" name="Segnaposto data 6">
            <a:extLst>
              <a:ext uri="{FF2B5EF4-FFF2-40B4-BE49-F238E27FC236}">
                <a16:creationId xmlns:a16="http://schemas.microsoft.com/office/drawing/2014/main" id="{DF9E552C-00C2-4250-23D1-24E42A564323}"/>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8" name="Segnaposto piè di pagina 7">
            <a:extLst>
              <a:ext uri="{FF2B5EF4-FFF2-40B4-BE49-F238E27FC236}">
                <a16:creationId xmlns:a16="http://schemas.microsoft.com/office/drawing/2014/main" id="{56B0F0A1-01DA-0930-46FF-9FC786F701B3}"/>
              </a:ext>
            </a:extLst>
          </p:cNvPr>
          <p:cNvSpPr>
            <a:spLocks noGrp="1"/>
          </p:cNvSpPr>
          <p:nvPr>
            <p:ph type="ftr" sz="quarter" idx="11"/>
          </p:nvPr>
        </p:nvSpPr>
        <p:spPr/>
        <p:txBody>
          <a:bodyPr/>
          <a:lstStyle/>
          <a:p>
            <a:endParaRPr lang="it-IT"/>
          </a:p>
        </p:txBody>
      </p:sp>
      <p:sp>
        <p:nvSpPr>
          <p:cNvPr id="9" name="Segnaposto numero diapositiva 8">
            <a:extLst>
              <a:ext uri="{FF2B5EF4-FFF2-40B4-BE49-F238E27FC236}">
                <a16:creationId xmlns:a16="http://schemas.microsoft.com/office/drawing/2014/main" id="{9CE18417-B368-5146-5579-684B01CC89E1}"/>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21219354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titolo">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4E74E130-E9B1-B7CA-FDF0-C7E59A110704}"/>
              </a:ext>
            </a:extLst>
          </p:cNvPr>
          <p:cNvSpPr>
            <a:spLocks noGrp="1"/>
          </p:cNvSpPr>
          <p:nvPr>
            <p:ph type="title"/>
          </p:nvPr>
        </p:nvSpPr>
        <p:spPr/>
        <p:txBody>
          <a:bodyPr/>
          <a:lstStyle/>
          <a:p>
            <a:r>
              <a:rPr lang="it-IT"/>
              <a:t>Fare clic per modificare lo stile del titolo dello schema</a:t>
            </a:r>
          </a:p>
        </p:txBody>
      </p:sp>
      <p:sp>
        <p:nvSpPr>
          <p:cNvPr id="3" name="Segnaposto data 2">
            <a:extLst>
              <a:ext uri="{FF2B5EF4-FFF2-40B4-BE49-F238E27FC236}">
                <a16:creationId xmlns:a16="http://schemas.microsoft.com/office/drawing/2014/main" id="{C92F4684-7554-5B29-840C-E2351604259C}"/>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4" name="Segnaposto piè di pagina 3">
            <a:extLst>
              <a:ext uri="{FF2B5EF4-FFF2-40B4-BE49-F238E27FC236}">
                <a16:creationId xmlns:a16="http://schemas.microsoft.com/office/drawing/2014/main" id="{46502B37-B1B5-92C0-7D64-2AE601D3B28A}"/>
              </a:ext>
            </a:extLst>
          </p:cNvPr>
          <p:cNvSpPr>
            <a:spLocks noGrp="1"/>
          </p:cNvSpPr>
          <p:nvPr>
            <p:ph type="ftr" sz="quarter" idx="11"/>
          </p:nvPr>
        </p:nvSpPr>
        <p:spPr/>
        <p:txBody>
          <a:bodyPr/>
          <a:lstStyle/>
          <a:p>
            <a:endParaRPr lang="it-IT"/>
          </a:p>
        </p:txBody>
      </p:sp>
      <p:sp>
        <p:nvSpPr>
          <p:cNvPr id="5" name="Segnaposto numero diapositiva 4">
            <a:extLst>
              <a:ext uri="{FF2B5EF4-FFF2-40B4-BE49-F238E27FC236}">
                <a16:creationId xmlns:a16="http://schemas.microsoft.com/office/drawing/2014/main" id="{E1E9F12B-3294-38F9-A3FD-51A88139567B}"/>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38021762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uota">
    <p:spTree>
      <p:nvGrpSpPr>
        <p:cNvPr id="1" name=""/>
        <p:cNvGrpSpPr/>
        <p:nvPr/>
      </p:nvGrpSpPr>
      <p:grpSpPr>
        <a:xfrm>
          <a:off x="0" y="0"/>
          <a:ext cx="0" cy="0"/>
          <a:chOff x="0" y="0"/>
          <a:chExt cx="0" cy="0"/>
        </a:xfrm>
      </p:grpSpPr>
      <p:sp>
        <p:nvSpPr>
          <p:cNvPr id="2" name="Segnaposto data 1">
            <a:extLst>
              <a:ext uri="{FF2B5EF4-FFF2-40B4-BE49-F238E27FC236}">
                <a16:creationId xmlns:a16="http://schemas.microsoft.com/office/drawing/2014/main" id="{F91FB124-D789-03AA-D981-4A7FCDE92D45}"/>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3" name="Segnaposto piè di pagina 2">
            <a:extLst>
              <a:ext uri="{FF2B5EF4-FFF2-40B4-BE49-F238E27FC236}">
                <a16:creationId xmlns:a16="http://schemas.microsoft.com/office/drawing/2014/main" id="{1C5A49F1-F68F-BDBB-A934-3EB000C15100}"/>
              </a:ext>
            </a:extLst>
          </p:cNvPr>
          <p:cNvSpPr>
            <a:spLocks noGrp="1"/>
          </p:cNvSpPr>
          <p:nvPr>
            <p:ph type="ftr" sz="quarter" idx="11"/>
          </p:nvPr>
        </p:nvSpPr>
        <p:spPr/>
        <p:txBody>
          <a:bodyPr/>
          <a:lstStyle/>
          <a:p>
            <a:endParaRPr lang="it-IT"/>
          </a:p>
        </p:txBody>
      </p:sp>
      <p:sp>
        <p:nvSpPr>
          <p:cNvPr id="4" name="Segnaposto numero diapositiva 3">
            <a:extLst>
              <a:ext uri="{FF2B5EF4-FFF2-40B4-BE49-F238E27FC236}">
                <a16:creationId xmlns:a16="http://schemas.microsoft.com/office/drawing/2014/main" id="{CAD51647-91EB-0B0C-385C-E2B426C039ED}"/>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35150912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to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84251D46-9E39-562E-96DB-2E3BE2222674}"/>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contenuto 2">
            <a:extLst>
              <a:ext uri="{FF2B5EF4-FFF2-40B4-BE49-F238E27FC236}">
                <a16:creationId xmlns:a16="http://schemas.microsoft.com/office/drawing/2014/main" id="{FAFBB7D3-1FBB-8D66-5FD8-106A294C19F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testo 3">
            <a:extLst>
              <a:ext uri="{FF2B5EF4-FFF2-40B4-BE49-F238E27FC236}">
                <a16:creationId xmlns:a16="http://schemas.microsoft.com/office/drawing/2014/main" id="{57260C73-8B0C-1A31-B328-9CBEE48E25F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E706FC2C-960A-1A93-52AE-0760A5C1AF8D}"/>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6" name="Segnaposto piè di pagina 5">
            <a:extLst>
              <a:ext uri="{FF2B5EF4-FFF2-40B4-BE49-F238E27FC236}">
                <a16:creationId xmlns:a16="http://schemas.microsoft.com/office/drawing/2014/main" id="{4A05E516-3285-F068-0358-33B37555054E}"/>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73182C58-6D74-640E-F30D-1E99759E67AD}"/>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8928530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magine con didascalia">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AB364691-44A4-C627-BB60-98F73901339D}"/>
              </a:ext>
            </a:extLst>
          </p:cNvPr>
          <p:cNvSpPr>
            <a:spLocks noGrp="1"/>
          </p:cNvSpPr>
          <p:nvPr>
            <p:ph type="title"/>
          </p:nvPr>
        </p:nvSpPr>
        <p:spPr>
          <a:xfrm>
            <a:off x="839788" y="457200"/>
            <a:ext cx="3932237" cy="1600200"/>
          </a:xfrm>
        </p:spPr>
        <p:txBody>
          <a:bodyPr anchor="b"/>
          <a:lstStyle>
            <a:lvl1pPr>
              <a:defRPr sz="3200"/>
            </a:lvl1pPr>
          </a:lstStyle>
          <a:p>
            <a:r>
              <a:rPr lang="it-IT"/>
              <a:t>Fare clic per modificare lo stile del titolo dello schema</a:t>
            </a:r>
          </a:p>
        </p:txBody>
      </p:sp>
      <p:sp>
        <p:nvSpPr>
          <p:cNvPr id="3" name="Segnaposto immagine 2">
            <a:extLst>
              <a:ext uri="{FF2B5EF4-FFF2-40B4-BE49-F238E27FC236}">
                <a16:creationId xmlns:a16="http://schemas.microsoft.com/office/drawing/2014/main" id="{1D093228-F5F3-FB59-A367-AF58F545FC3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it-IT"/>
          </a:p>
        </p:txBody>
      </p:sp>
      <p:sp>
        <p:nvSpPr>
          <p:cNvPr id="4" name="Segnaposto testo 3">
            <a:extLst>
              <a:ext uri="{FF2B5EF4-FFF2-40B4-BE49-F238E27FC236}">
                <a16:creationId xmlns:a16="http://schemas.microsoft.com/office/drawing/2014/main" id="{21C450FD-CDB6-E657-D5B3-1E4852A28A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it-IT"/>
              <a:t>Fare clic per modificare gli stili del testo dello schema</a:t>
            </a:r>
          </a:p>
        </p:txBody>
      </p:sp>
      <p:sp>
        <p:nvSpPr>
          <p:cNvPr id="5" name="Segnaposto data 4">
            <a:extLst>
              <a:ext uri="{FF2B5EF4-FFF2-40B4-BE49-F238E27FC236}">
                <a16:creationId xmlns:a16="http://schemas.microsoft.com/office/drawing/2014/main" id="{C6897B0C-37FA-F10D-6378-EE8788F68890}"/>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6" name="Segnaposto piè di pagina 5">
            <a:extLst>
              <a:ext uri="{FF2B5EF4-FFF2-40B4-BE49-F238E27FC236}">
                <a16:creationId xmlns:a16="http://schemas.microsoft.com/office/drawing/2014/main" id="{4989185F-28B1-48AF-B8AA-85894C78F4D7}"/>
              </a:ext>
            </a:extLst>
          </p:cNvPr>
          <p:cNvSpPr>
            <a:spLocks noGrp="1"/>
          </p:cNvSpPr>
          <p:nvPr>
            <p:ph type="ftr" sz="quarter" idx="11"/>
          </p:nvPr>
        </p:nvSpPr>
        <p:spPr/>
        <p:txBody>
          <a:bodyPr/>
          <a:lstStyle/>
          <a:p>
            <a:endParaRPr lang="it-IT"/>
          </a:p>
        </p:txBody>
      </p:sp>
      <p:sp>
        <p:nvSpPr>
          <p:cNvPr id="7" name="Segnaposto numero diapositiva 6">
            <a:extLst>
              <a:ext uri="{FF2B5EF4-FFF2-40B4-BE49-F238E27FC236}">
                <a16:creationId xmlns:a16="http://schemas.microsoft.com/office/drawing/2014/main" id="{B0A13A65-851C-4C39-4152-FE717BFBEA89}"/>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3760512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olo e testo verticale">
    <p:spTree>
      <p:nvGrpSpPr>
        <p:cNvPr id="1" name=""/>
        <p:cNvGrpSpPr/>
        <p:nvPr/>
      </p:nvGrpSpPr>
      <p:grpSpPr>
        <a:xfrm>
          <a:off x="0" y="0"/>
          <a:ext cx="0" cy="0"/>
          <a:chOff x="0" y="0"/>
          <a:chExt cx="0" cy="0"/>
        </a:xfrm>
      </p:grpSpPr>
      <p:sp>
        <p:nvSpPr>
          <p:cNvPr id="2" name="Titolo 1">
            <a:extLst>
              <a:ext uri="{FF2B5EF4-FFF2-40B4-BE49-F238E27FC236}">
                <a16:creationId xmlns:a16="http://schemas.microsoft.com/office/drawing/2014/main" id="{2DB48C91-E9B4-7819-08C2-71F0EAF306BB}"/>
              </a:ext>
            </a:extLst>
          </p:cNvPr>
          <p:cNvSpPr>
            <a:spLocks noGrp="1"/>
          </p:cNvSpPr>
          <p:nvPr>
            <p:ph type="title"/>
          </p:nvPr>
        </p:nvSpPr>
        <p:spPr/>
        <p:txBody>
          <a:bodyPr/>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B7381B78-4B3E-21AA-E39A-3FA752580C5A}"/>
              </a:ext>
            </a:extLst>
          </p:cNvPr>
          <p:cNvSpPr>
            <a:spLocks noGrp="1"/>
          </p:cNvSpPr>
          <p:nvPr>
            <p:ph type="body" orient="vert" idx="1"/>
          </p:nvPr>
        </p:nvSpPr>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DB306F74-00B9-A4FF-DB00-049E80724D06}"/>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5" name="Segnaposto piè di pagina 4">
            <a:extLst>
              <a:ext uri="{FF2B5EF4-FFF2-40B4-BE49-F238E27FC236}">
                <a16:creationId xmlns:a16="http://schemas.microsoft.com/office/drawing/2014/main" id="{8E464D0B-9531-0D74-AF26-4B3D1C2710C4}"/>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8F391F9-8C6B-2022-C57A-FD3D24201FCA}"/>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57372568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1_Titolo e testo verticale">
    <p:spTree>
      <p:nvGrpSpPr>
        <p:cNvPr id="1" name=""/>
        <p:cNvGrpSpPr/>
        <p:nvPr/>
      </p:nvGrpSpPr>
      <p:grpSpPr>
        <a:xfrm>
          <a:off x="0" y="0"/>
          <a:ext cx="0" cy="0"/>
          <a:chOff x="0" y="0"/>
          <a:chExt cx="0" cy="0"/>
        </a:xfrm>
      </p:grpSpPr>
      <p:sp>
        <p:nvSpPr>
          <p:cNvPr id="2" name="Titolo verticale 1">
            <a:extLst>
              <a:ext uri="{FF2B5EF4-FFF2-40B4-BE49-F238E27FC236}">
                <a16:creationId xmlns:a16="http://schemas.microsoft.com/office/drawing/2014/main" id="{04A959A8-F990-BFBC-ADC6-BDF4B05FAE55}"/>
              </a:ext>
            </a:extLst>
          </p:cNvPr>
          <p:cNvSpPr>
            <a:spLocks noGrp="1"/>
          </p:cNvSpPr>
          <p:nvPr>
            <p:ph type="title" orient="vert"/>
          </p:nvPr>
        </p:nvSpPr>
        <p:spPr>
          <a:xfrm>
            <a:off x="8724900" y="365125"/>
            <a:ext cx="2628900" cy="5811838"/>
          </a:xfrm>
        </p:spPr>
        <p:txBody>
          <a:bodyPr vert="eaVert"/>
          <a:lstStyle/>
          <a:p>
            <a:r>
              <a:rPr lang="it-IT"/>
              <a:t>Fare clic per modificare lo stile del titolo dello schema</a:t>
            </a:r>
          </a:p>
        </p:txBody>
      </p:sp>
      <p:sp>
        <p:nvSpPr>
          <p:cNvPr id="3" name="Segnaposto testo verticale 2">
            <a:extLst>
              <a:ext uri="{FF2B5EF4-FFF2-40B4-BE49-F238E27FC236}">
                <a16:creationId xmlns:a16="http://schemas.microsoft.com/office/drawing/2014/main" id="{D2AB944F-98D0-CAB8-9138-84B12E344811}"/>
              </a:ext>
            </a:extLst>
          </p:cNvPr>
          <p:cNvSpPr>
            <a:spLocks noGrp="1"/>
          </p:cNvSpPr>
          <p:nvPr>
            <p:ph type="body" orient="vert" idx="1"/>
          </p:nvPr>
        </p:nvSpPr>
        <p:spPr>
          <a:xfrm>
            <a:off x="838200" y="365125"/>
            <a:ext cx="7734300" cy="5811838"/>
          </a:xfrm>
        </p:spPr>
        <p:txBody>
          <a:bodyPr vert="eaVert"/>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AEE73F73-5B27-02A6-7549-2931E421BB26}"/>
              </a:ext>
            </a:extLst>
          </p:cNvPr>
          <p:cNvSpPr>
            <a:spLocks noGrp="1"/>
          </p:cNvSpPr>
          <p:nvPr>
            <p:ph type="dt" sz="half" idx="10"/>
          </p:nvPr>
        </p:nvSpPr>
        <p:spPr/>
        <p:txBody>
          <a:bodyPr/>
          <a:lstStyle/>
          <a:p>
            <a:fld id="{9CA9A29A-46F7-4BB4-B9EA-436119EB2C75}" type="datetimeFigureOut">
              <a:rPr lang="it-IT" smtClean="0"/>
              <a:t>17/12/2025</a:t>
            </a:fld>
            <a:endParaRPr lang="it-IT"/>
          </a:p>
        </p:txBody>
      </p:sp>
      <p:sp>
        <p:nvSpPr>
          <p:cNvPr id="5" name="Segnaposto piè di pagina 4">
            <a:extLst>
              <a:ext uri="{FF2B5EF4-FFF2-40B4-BE49-F238E27FC236}">
                <a16:creationId xmlns:a16="http://schemas.microsoft.com/office/drawing/2014/main" id="{EB4C557C-E780-04B5-5B26-85F700449580}"/>
              </a:ext>
            </a:extLst>
          </p:cNvPr>
          <p:cNvSpPr>
            <a:spLocks noGrp="1"/>
          </p:cNvSpPr>
          <p:nvPr>
            <p:ph type="ftr" sz="quarter" idx="11"/>
          </p:nvPr>
        </p:nvSpPr>
        <p:spPr/>
        <p:txBody>
          <a:bodyPr/>
          <a:lstStyle/>
          <a:p>
            <a:endParaRPr lang="it-IT"/>
          </a:p>
        </p:txBody>
      </p:sp>
      <p:sp>
        <p:nvSpPr>
          <p:cNvPr id="6" name="Segnaposto numero diapositiva 5">
            <a:extLst>
              <a:ext uri="{FF2B5EF4-FFF2-40B4-BE49-F238E27FC236}">
                <a16:creationId xmlns:a16="http://schemas.microsoft.com/office/drawing/2014/main" id="{B887A2AE-E964-72AF-ABA9-1613228D4BE6}"/>
              </a:ext>
            </a:extLst>
          </p:cNvPr>
          <p:cNvSpPr>
            <a:spLocks noGrp="1"/>
          </p:cNvSpPr>
          <p:nvPr>
            <p:ph type="sldNum" sz="quarter" idx="12"/>
          </p:nvPr>
        </p:nvSpPr>
        <p:spPr/>
        <p:txBody>
          <a:bodyPr/>
          <a:lstStyle/>
          <a:p>
            <a:fld id="{8E43E841-3BDB-4665-8DB0-DF1033468EF7}" type="slidenum">
              <a:rPr lang="it-IT" smtClean="0"/>
              <a:t>‹#›</a:t>
            </a:fld>
            <a:endParaRPr lang="it-IT"/>
          </a:p>
        </p:txBody>
      </p:sp>
    </p:spTree>
    <p:extLst>
      <p:ext uri="{BB962C8B-B14F-4D97-AF65-F5344CB8AC3E}">
        <p14:creationId xmlns:p14="http://schemas.microsoft.com/office/powerpoint/2010/main" val="133523262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Segnaposto titolo 1">
            <a:extLst>
              <a:ext uri="{FF2B5EF4-FFF2-40B4-BE49-F238E27FC236}">
                <a16:creationId xmlns:a16="http://schemas.microsoft.com/office/drawing/2014/main" id="{F26F8C0C-4E11-0FBC-4960-E34B567AB2E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it-IT"/>
              <a:t>Fare clic per modificare lo stile del titolo dello schema</a:t>
            </a:r>
          </a:p>
        </p:txBody>
      </p:sp>
      <p:sp>
        <p:nvSpPr>
          <p:cNvPr id="3" name="Segnaposto testo 2">
            <a:extLst>
              <a:ext uri="{FF2B5EF4-FFF2-40B4-BE49-F238E27FC236}">
                <a16:creationId xmlns:a16="http://schemas.microsoft.com/office/drawing/2014/main" id="{24B61EE1-54DD-70D4-A23E-CF0FD66B16D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it-IT"/>
              <a:t>Fare clic per modificare gli stili del testo dello schema</a:t>
            </a:r>
          </a:p>
          <a:p>
            <a:pPr lvl="1"/>
            <a:r>
              <a:rPr lang="it-IT"/>
              <a:t>Secondo livello</a:t>
            </a:r>
          </a:p>
          <a:p>
            <a:pPr lvl="2"/>
            <a:r>
              <a:rPr lang="it-IT"/>
              <a:t>Terzo livello</a:t>
            </a:r>
          </a:p>
          <a:p>
            <a:pPr lvl="3"/>
            <a:r>
              <a:rPr lang="it-IT"/>
              <a:t>Quarto livello</a:t>
            </a:r>
          </a:p>
          <a:p>
            <a:pPr lvl="4"/>
            <a:r>
              <a:rPr lang="it-IT"/>
              <a:t>Quinto livello</a:t>
            </a:r>
          </a:p>
        </p:txBody>
      </p:sp>
      <p:sp>
        <p:nvSpPr>
          <p:cNvPr id="4" name="Segnaposto data 3">
            <a:extLst>
              <a:ext uri="{FF2B5EF4-FFF2-40B4-BE49-F238E27FC236}">
                <a16:creationId xmlns:a16="http://schemas.microsoft.com/office/drawing/2014/main" id="{8216F25D-D2C8-DC18-B33F-BE52E16EEAF6}"/>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CA9A29A-46F7-4BB4-B9EA-436119EB2C75}" type="datetimeFigureOut">
              <a:rPr lang="it-IT" smtClean="0"/>
              <a:t>17/12/2025</a:t>
            </a:fld>
            <a:endParaRPr lang="it-IT"/>
          </a:p>
        </p:txBody>
      </p:sp>
      <p:sp>
        <p:nvSpPr>
          <p:cNvPr id="5" name="Segnaposto piè di pagina 4">
            <a:extLst>
              <a:ext uri="{FF2B5EF4-FFF2-40B4-BE49-F238E27FC236}">
                <a16:creationId xmlns:a16="http://schemas.microsoft.com/office/drawing/2014/main" id="{3F38974F-2ED3-C768-6BF6-6C3B086D907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it-IT"/>
          </a:p>
        </p:txBody>
      </p:sp>
      <p:sp>
        <p:nvSpPr>
          <p:cNvPr id="6" name="Segnaposto numero diapositiva 5">
            <a:extLst>
              <a:ext uri="{FF2B5EF4-FFF2-40B4-BE49-F238E27FC236}">
                <a16:creationId xmlns:a16="http://schemas.microsoft.com/office/drawing/2014/main" id="{E36D88AB-B06E-FC3F-2A58-44F0814724E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8E43E841-3BDB-4665-8DB0-DF1033468EF7}" type="slidenum">
              <a:rPr lang="it-IT" smtClean="0"/>
              <a:t>‹#›</a:t>
            </a:fld>
            <a:endParaRPr lang="it-IT"/>
          </a:p>
        </p:txBody>
      </p:sp>
    </p:spTree>
    <p:extLst>
      <p:ext uri="{BB962C8B-B14F-4D97-AF65-F5344CB8AC3E}">
        <p14:creationId xmlns:p14="http://schemas.microsoft.com/office/powerpoint/2010/main" val="2324195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it-I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7/06/relationships/model3d" Target="../media/model3d1.glb"/><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2.png"/><Relationship Id="rId3" Type="http://schemas.microsoft.com/office/2017/06/relationships/model3d" Target="../media/model3d1.glb"/><Relationship Id="rId7" Type="http://schemas.openxmlformats.org/officeDocument/2006/relationships/hyperlink" Target="https://svgsilh.com/es/image/1489369.html" TargetMode="External"/><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5.svg"/><Relationship Id="rId7"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image" Target="../media/image7.svg"/><Relationship Id="rId11" Type="http://schemas.openxmlformats.org/officeDocument/2006/relationships/image" Target="../media/image2.pn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hyperlink" Target="https://svgsilh.com/es/image/1489369.html" TargetMode="External"/><Relationship Id="rId9"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8" Type="http://schemas.openxmlformats.org/officeDocument/2006/relationships/image" Target="../media/image18.sv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16.svg"/><Relationship Id="rId11" Type="http://schemas.openxmlformats.org/officeDocument/2006/relationships/image" Target="../media/image2.png"/><Relationship Id="rId5" Type="http://schemas.openxmlformats.org/officeDocument/2006/relationships/image" Target="../media/image15.png"/><Relationship Id="rId10" Type="http://schemas.openxmlformats.org/officeDocument/2006/relationships/image" Target="../media/image20.svg"/><Relationship Id="rId4" Type="http://schemas.openxmlformats.org/officeDocument/2006/relationships/image" Target="../media/image14.svg"/><Relationship Id="rId9" Type="http://schemas.openxmlformats.org/officeDocument/2006/relationships/image" Target="../media/image19.png"/></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png"/><Relationship Id="rId1" Type="http://schemas.openxmlformats.org/officeDocument/2006/relationships/slideLayout" Target="../slideLayouts/slideLayout1.xml"/><Relationship Id="rId4" Type="http://schemas.openxmlformats.org/officeDocument/2006/relationships/image" Target="../media/image22.emf"/></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25.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7.svg"/><Relationship Id="rId2" Type="http://schemas.openxmlformats.org/officeDocument/2006/relationships/image" Target="../media/image26.png"/><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29.sv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0.emf"/><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8" Type="http://schemas.openxmlformats.org/officeDocument/2006/relationships/image" Target="../media/image36.svg"/><Relationship Id="rId3" Type="http://schemas.openxmlformats.org/officeDocument/2006/relationships/image" Target="../media/image32.png"/><Relationship Id="rId7" Type="http://schemas.openxmlformats.org/officeDocument/2006/relationships/image" Target="../media/image35.png"/><Relationship Id="rId2" Type="http://schemas.openxmlformats.org/officeDocument/2006/relationships/image" Target="../media/image31.png"/><Relationship Id="rId1" Type="http://schemas.openxmlformats.org/officeDocument/2006/relationships/slideLayout" Target="../slideLayouts/slideLayout1.xml"/><Relationship Id="rId6" Type="http://schemas.openxmlformats.org/officeDocument/2006/relationships/image" Target="../media/image34.svg"/><Relationship Id="rId5" Type="http://schemas.openxmlformats.org/officeDocument/2006/relationships/image" Target="../media/image33.png"/><Relationship Id="rId4" Type="http://schemas.microsoft.com/office/2007/relationships/hdphoto" Target="../media/hdphoto1.wdp"/><Relationship Id="rId9"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7.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42.svg"/><Relationship Id="rId2" Type="http://schemas.openxmlformats.org/officeDocument/2006/relationships/image" Target="../media/image41.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43.png"/></Relationships>
</file>

<file path=ppt/slides/_rels/slide1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image" Target="../media/image46.png"/><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8.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image" Target="../media/image49.png"/><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51.png"/></Relationships>
</file>

<file path=ppt/slides/_rels/slide2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52.png"/><Relationship Id="rId1" Type="http://schemas.openxmlformats.org/officeDocument/2006/relationships/slideLayout" Target="../slideLayouts/slideLayout1.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ttangolo 3">
            <a:extLst>
              <a:ext uri="{FF2B5EF4-FFF2-40B4-BE49-F238E27FC236}">
                <a16:creationId xmlns:a16="http://schemas.microsoft.com/office/drawing/2014/main" id="{1A6EACEA-7DC5-00BD-7F37-85569B015A88}"/>
              </a:ext>
            </a:extLst>
          </p:cNvPr>
          <p:cNvSpPr/>
          <p:nvPr/>
        </p:nvSpPr>
        <p:spPr>
          <a:xfrm>
            <a:off x="0" y="0"/>
            <a:ext cx="12192000"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5" name="CasellaDiTesto 4">
            <a:extLst>
              <a:ext uri="{FF2B5EF4-FFF2-40B4-BE49-F238E27FC236}">
                <a16:creationId xmlns:a16="http://schemas.microsoft.com/office/drawing/2014/main" id="{6091A3FE-803E-4464-E774-FA67D1E7E801}"/>
              </a:ext>
            </a:extLst>
          </p:cNvPr>
          <p:cNvSpPr txBox="1"/>
          <p:nvPr/>
        </p:nvSpPr>
        <p:spPr>
          <a:xfrm>
            <a:off x="695325" y="555545"/>
            <a:ext cx="6619875" cy="1446550"/>
          </a:xfrm>
          <a:prstGeom prst="rect">
            <a:avLst/>
          </a:prstGeom>
          <a:noFill/>
        </p:spPr>
        <p:txBody>
          <a:bodyPr wrap="square" rtlCol="0">
            <a:spAutoFit/>
          </a:bodyPr>
          <a:lstStyle/>
          <a:p>
            <a:r>
              <a:rPr lang="en-GB" sz="8800" noProof="0">
                <a:solidFill>
                  <a:schemeClr val="accent4">
                    <a:lumMod val="20000"/>
                    <a:lumOff val="80000"/>
                  </a:schemeClr>
                </a:solidFill>
                <a:latin typeface="Satoshi" pitchFamily="50" charset="0"/>
              </a:rPr>
              <a:t>Wind Energy</a:t>
            </a:r>
          </a:p>
        </p:txBody>
      </p:sp>
      <p:sp>
        <p:nvSpPr>
          <p:cNvPr id="6" name="CasellaDiTesto 5">
            <a:extLst>
              <a:ext uri="{FF2B5EF4-FFF2-40B4-BE49-F238E27FC236}">
                <a16:creationId xmlns:a16="http://schemas.microsoft.com/office/drawing/2014/main" id="{1F93FAD7-EB59-6326-01F3-AA324886C3E2}"/>
              </a:ext>
            </a:extLst>
          </p:cNvPr>
          <p:cNvSpPr txBox="1"/>
          <p:nvPr/>
        </p:nvSpPr>
        <p:spPr>
          <a:xfrm>
            <a:off x="1242522" y="2828835"/>
            <a:ext cx="4853478" cy="1200329"/>
          </a:xfrm>
          <a:prstGeom prst="rect">
            <a:avLst/>
          </a:prstGeom>
          <a:noFill/>
        </p:spPr>
        <p:txBody>
          <a:bodyPr wrap="square" rtlCol="0">
            <a:spAutoFit/>
          </a:bodyPr>
          <a:lstStyle/>
          <a:p>
            <a:r>
              <a:rPr lang="en-GB" sz="2400" noProof="0">
                <a:solidFill>
                  <a:schemeClr val="accent4">
                    <a:lumMod val="20000"/>
                    <a:lumOff val="80000"/>
                  </a:schemeClr>
                </a:solidFill>
                <a:latin typeface="Satoshi" pitchFamily="50" charset="0"/>
              </a:rPr>
              <a:t>Due Diligence Assessment of a </a:t>
            </a:r>
            <a:r>
              <a:rPr lang="en-GB" sz="2400" noProof="0">
                <a:solidFill>
                  <a:schemeClr val="accent1">
                    <a:lumMod val="40000"/>
                    <a:lumOff val="60000"/>
                  </a:schemeClr>
                </a:solidFill>
                <a:latin typeface="Satoshi" pitchFamily="50" charset="0"/>
              </a:rPr>
              <a:t>Floating Offshore Wind Farm </a:t>
            </a:r>
          </a:p>
          <a:p>
            <a:r>
              <a:rPr lang="en-GB" sz="2400" noProof="0">
                <a:solidFill>
                  <a:schemeClr val="accent4">
                    <a:lumMod val="20000"/>
                    <a:lumOff val="80000"/>
                  </a:schemeClr>
                </a:solidFill>
                <a:latin typeface="Satoshi" pitchFamily="50" charset="0"/>
              </a:rPr>
              <a:t>off the Eastern Coast of Sicily</a:t>
            </a:r>
          </a:p>
        </p:txBody>
      </p:sp>
      <mc:AlternateContent xmlns:mc="http://schemas.openxmlformats.org/markup-compatibility/2006">
        <mc:Choice xmlns:am3d="http://schemas.microsoft.com/office/drawing/2017/model3d" Requires="am3d">
          <p:graphicFrame>
            <p:nvGraphicFramePr>
              <p:cNvPr id="7" name="Modello 3D 6" descr="Turbina eolica">
                <a:extLst>
                  <a:ext uri="{FF2B5EF4-FFF2-40B4-BE49-F238E27FC236}">
                    <a16:creationId xmlns:a16="http://schemas.microsoft.com/office/drawing/2014/main" id="{7427A808-5853-9D0F-3766-E051373D1D00}"/>
                  </a:ext>
                </a:extLst>
              </p:cNvPr>
              <p:cNvGraphicFramePr>
                <a:graphicFrameLocks noChangeAspect="1"/>
              </p:cNvGraphicFramePr>
              <p:nvPr>
                <p:extLst>
                  <p:ext uri="{D42A27DB-BD31-4B8C-83A1-F6EECF244321}">
                    <p14:modId xmlns:p14="http://schemas.microsoft.com/office/powerpoint/2010/main" val="4119811863"/>
                  </p:ext>
                </p:extLst>
              </p:nvPr>
            </p:nvGraphicFramePr>
            <p:xfrm>
              <a:off x="7681091" y="-156101"/>
              <a:ext cx="3734304" cy="6709598"/>
            </p:xfrm>
            <a:graphic>
              <a:graphicData uri="http://schemas.microsoft.com/office/drawing/2017/model3d">
                <am3d:model3d r:embed="rId3">
                  <am3d:spPr>
                    <a:xfrm>
                      <a:off x="0" y="0"/>
                      <a:ext cx="3734304" cy="6709598"/>
                    </a:xfrm>
                    <a:prstGeom prst="rect">
                      <a:avLst/>
                    </a:prstGeom>
                  </am3d:spPr>
                  <am3d:camera>
                    <am3d:pos x="0" y="0" z="54541956"/>
                    <am3d:up dx="0" dy="36000000" dz="0"/>
                    <am3d:lookAt x="0" y="0" z="0"/>
                    <am3d:perspective fov="2700000"/>
                  </am3d:camera>
                  <am3d:trans>
                    <am3d:meterPerModelUnit n="1015819" d="1000000"/>
                    <am3d:preTrans dx="5926" dy="-17996460" dz="-487734"/>
                    <am3d:scale>
                      <am3d:sx n="1000000" d="1000000"/>
                      <am3d:sy n="1000000" d="1000000"/>
                      <am3d:sz n="1000000" d="1000000"/>
                    </am3d:scale>
                    <am3d:rot ax="-1189597" ay="-2177852" az="722896"/>
                    <am3d:postTrans dx="0" dy="0" dz="0"/>
                  </am3d:trans>
                  <am3d:raster rName="Office3DRenderer" rVer="16.0.8326">
                    <am3d:blip r:embed="rId4"/>
                  </am3d:raster>
                  <am3d:extLst>
                    <a:ext uri="{9A65AA19-BECB-4387-8358-8AD5134E1D82}">
                      <a3danim:embedAnim xmlns:a3danim="http://schemas.microsoft.com/office/drawing/2018/animation/model3d" animId="0">
                        <a3danim:animPr length="3299" count="indefinite"/>
                      </a3danim:embedAnim>
                    </a:ext>
                    <a:ext uri="{E9DE012E-A134-456F-84FE-255F9AAD75C6}">
                      <a3danim:posterFrame xmlns:a3danim="http://schemas.microsoft.com/office/drawing/2018/animation/model3d" animId="0"/>
                    </a:ext>
                  </am3d:extLst>
                  <am3d:objViewport viewportSz="7161857"/>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Modello 3D 6" descr="Turbina eolica">
                <a:extLst>
                  <a:ext uri="{FF2B5EF4-FFF2-40B4-BE49-F238E27FC236}">
                    <a16:creationId xmlns:a16="http://schemas.microsoft.com/office/drawing/2014/main" id="{7427A808-5853-9D0F-3766-E051373D1D00}"/>
                  </a:ext>
                </a:extLst>
              </p:cNvPr>
              <p:cNvPicPr>
                <a:picLocks noGrp="1" noRot="1" noChangeAspect="1" noMove="1" noResize="1" noEditPoints="1" noAdjustHandles="1" noChangeArrowheads="1" noChangeShapeType="1" noCrop="1"/>
              </p:cNvPicPr>
              <p:nvPr/>
            </p:nvPicPr>
            <p:blipFill>
              <a:blip r:embed="rId4"/>
              <a:stretch>
                <a:fillRect/>
              </a:stretch>
            </p:blipFill>
            <p:spPr>
              <a:xfrm>
                <a:off x="7681091" y="-156101"/>
                <a:ext cx="3734304" cy="6709598"/>
              </a:xfrm>
              <a:prstGeom prst="rect">
                <a:avLst/>
              </a:prstGeom>
            </p:spPr>
          </p:pic>
        </mc:Fallback>
      </mc:AlternateContent>
      <p:sp>
        <p:nvSpPr>
          <p:cNvPr id="8" name="CasellaDiTesto 7">
            <a:extLst>
              <a:ext uri="{FF2B5EF4-FFF2-40B4-BE49-F238E27FC236}">
                <a16:creationId xmlns:a16="http://schemas.microsoft.com/office/drawing/2014/main" id="{47827FF2-EDC8-98CE-17A2-E7F283130506}"/>
              </a:ext>
            </a:extLst>
          </p:cNvPr>
          <p:cNvSpPr txBox="1"/>
          <p:nvPr/>
        </p:nvSpPr>
        <p:spPr>
          <a:xfrm>
            <a:off x="776605" y="6399610"/>
            <a:ext cx="1398732" cy="307777"/>
          </a:xfrm>
          <a:prstGeom prst="rect">
            <a:avLst/>
          </a:prstGeom>
          <a:noFill/>
        </p:spPr>
        <p:txBody>
          <a:bodyPr wrap="square" rtlCol="0">
            <a:spAutoFit/>
          </a:bodyPr>
          <a:lstStyle/>
          <a:p>
            <a:r>
              <a:rPr lang="en-GB" sz="1400" noProof="0">
                <a:solidFill>
                  <a:schemeClr val="accent4">
                    <a:lumMod val="20000"/>
                    <a:lumOff val="80000"/>
                  </a:schemeClr>
                </a:solidFill>
                <a:latin typeface="Satoshi" pitchFamily="50" charset="0"/>
              </a:rPr>
              <a:t>2025-2026</a:t>
            </a:r>
          </a:p>
        </p:txBody>
      </p:sp>
      <p:sp>
        <p:nvSpPr>
          <p:cNvPr id="2" name="CasellaDiTesto 1">
            <a:extLst>
              <a:ext uri="{FF2B5EF4-FFF2-40B4-BE49-F238E27FC236}">
                <a16:creationId xmlns:a16="http://schemas.microsoft.com/office/drawing/2014/main" id="{F2933E27-5935-7628-6F1E-DC9226156E12}"/>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3" name="CasellaDiTesto 2">
            <a:extLst>
              <a:ext uri="{FF2B5EF4-FFF2-40B4-BE49-F238E27FC236}">
                <a16:creationId xmlns:a16="http://schemas.microsoft.com/office/drawing/2014/main" id="{3782654C-3CB4-E311-C04E-D55EBF3D97B8}"/>
              </a:ext>
            </a:extLst>
          </p:cNvPr>
          <p:cNvSpPr txBox="1"/>
          <p:nvPr/>
        </p:nvSpPr>
        <p:spPr>
          <a:xfrm>
            <a:off x="1242522" y="4659566"/>
            <a:ext cx="2303318" cy="1661993"/>
          </a:xfrm>
          <a:prstGeom prst="rect">
            <a:avLst/>
          </a:prstGeom>
          <a:noFill/>
        </p:spPr>
        <p:txBody>
          <a:bodyPr wrap="square" rtlCol="0">
            <a:spAutoFit/>
          </a:bodyPr>
          <a:lstStyle/>
          <a:p>
            <a:r>
              <a:rPr lang="it-IT" sz="1400">
                <a:solidFill>
                  <a:schemeClr val="accent1">
                    <a:lumMod val="60000"/>
                    <a:lumOff val="40000"/>
                  </a:schemeClr>
                </a:solidFill>
                <a:latin typeface="Satoshi" pitchFamily="50" charset="0"/>
              </a:rPr>
              <a:t>Alex Cogo</a:t>
            </a:r>
          </a:p>
          <a:p>
            <a:r>
              <a:rPr lang="it-IT" sz="1400">
                <a:solidFill>
                  <a:schemeClr val="accent1">
                    <a:lumMod val="60000"/>
                    <a:lumOff val="40000"/>
                  </a:schemeClr>
                </a:solidFill>
                <a:latin typeface="Satoshi" pitchFamily="50" charset="0"/>
              </a:rPr>
              <a:t>Elisa Di Lillo</a:t>
            </a:r>
          </a:p>
          <a:p>
            <a:r>
              <a:rPr lang="it-IT" sz="1400">
                <a:solidFill>
                  <a:schemeClr val="accent1">
                    <a:lumMod val="60000"/>
                    <a:lumOff val="40000"/>
                  </a:schemeClr>
                </a:solidFill>
                <a:latin typeface="Satoshi" pitchFamily="50" charset="0"/>
              </a:rPr>
              <a:t>Mattia Galesi</a:t>
            </a:r>
          </a:p>
          <a:p>
            <a:r>
              <a:rPr lang="it-IT" sz="1400">
                <a:solidFill>
                  <a:schemeClr val="accent1">
                    <a:lumMod val="60000"/>
                    <a:lumOff val="40000"/>
                  </a:schemeClr>
                </a:solidFill>
                <a:latin typeface="Satoshi" pitchFamily="50" charset="0"/>
              </a:rPr>
              <a:t>Francesco Goldaniga</a:t>
            </a:r>
          </a:p>
          <a:p>
            <a:r>
              <a:rPr lang="it-IT" sz="1400">
                <a:solidFill>
                  <a:schemeClr val="accent1">
                    <a:lumMod val="60000"/>
                    <a:lumOff val="40000"/>
                  </a:schemeClr>
                </a:solidFill>
                <a:latin typeface="Satoshi" pitchFamily="50" charset="0"/>
              </a:rPr>
              <a:t>Alice Grieco</a:t>
            </a:r>
          </a:p>
          <a:p>
            <a:r>
              <a:rPr lang="it-IT" sz="1400">
                <a:solidFill>
                  <a:schemeClr val="accent1">
                    <a:lumMod val="60000"/>
                    <a:lumOff val="40000"/>
                  </a:schemeClr>
                </a:solidFill>
                <a:latin typeface="Satoshi" pitchFamily="50" charset="0"/>
              </a:rPr>
              <a:t>Davide Gusmeroli</a:t>
            </a:r>
          </a:p>
          <a:p>
            <a:endParaRPr lang="it-IT"/>
          </a:p>
        </p:txBody>
      </p:sp>
      <p:pic>
        <p:nvPicPr>
          <p:cNvPr id="2050" name="Picture 2">
            <a:extLst>
              <a:ext uri="{FF2B5EF4-FFF2-40B4-BE49-F238E27FC236}">
                <a16:creationId xmlns:a16="http://schemas.microsoft.com/office/drawing/2014/main" id="{6D9896F1-5D7E-ED93-43DA-030DE757C92B}"/>
              </a:ext>
            </a:extLst>
          </p:cNvPr>
          <p:cNvPicPr>
            <a:picLocks noChangeAspect="1" noChangeArrowheads="1"/>
          </p:cNvPicPr>
          <p:nvPr/>
        </p:nvPicPr>
        <p:blipFill rotWithShape="1">
          <a:blip r:embed="rId5">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4002909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0" presetClass="emph" presetSubtype="1" repeatCount="indefinite" fill="hold" nodeType="withEffect">
                                  <p:stCondLst>
                                    <p:cond delay="0"/>
                                  </p:stCondLst>
                                  <p:childTnLst>
                                    <p:anim calcmode="lin" valueType="num">
                                      <p:cBhvr>
                                        <p:cTn id="6" dur="3300" fill="hold"/>
                                        <p:tgtEl>
                                          <p:spTgt spid="7"/>
                                        </p:tgtEl>
                                        <p:attrNameLst>
                                          <p:attrName>embedded1</p:attrName>
                                        </p:attrNameLst>
                                      </p:cBhvr>
                                      <p:tavLst>
                                        <p:tav tm="0">
                                          <p:val>
                                            <p:fltVal val="0"/>
                                          </p:val>
                                        </p:tav>
                                        <p:tav tm="100000">
                                          <p:val>
                                            <p:fltVal val="1"/>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01B6D69-415A-9E00-9CAB-EC214EF4CF96}"/>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371B6F8E-75BD-2345-C805-4D86F510E940}"/>
              </a:ext>
            </a:extLst>
          </p:cNvPr>
          <p:cNvSpPr/>
          <p:nvPr/>
        </p:nvSpPr>
        <p:spPr>
          <a:xfrm>
            <a:off x="0"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5" name="CasellaDiTesto 4">
            <a:extLst>
              <a:ext uri="{FF2B5EF4-FFF2-40B4-BE49-F238E27FC236}">
                <a16:creationId xmlns:a16="http://schemas.microsoft.com/office/drawing/2014/main" id="{C6795BF5-6AF4-140A-1A36-60920A696C52}"/>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mc:AlternateContent xmlns:mc="http://schemas.openxmlformats.org/markup-compatibility/2006">
        <mc:Choice xmlns:am3d="http://schemas.microsoft.com/office/drawing/2017/model3d" Requires="am3d">
          <p:graphicFrame>
            <p:nvGraphicFramePr>
              <p:cNvPr id="7" name="Modello 3D 6" descr="Turbina eolica">
                <a:extLst>
                  <a:ext uri="{FF2B5EF4-FFF2-40B4-BE49-F238E27FC236}">
                    <a16:creationId xmlns:a16="http://schemas.microsoft.com/office/drawing/2014/main" id="{A8855302-F0E4-5500-959C-38E73B946419}"/>
                  </a:ext>
                </a:extLst>
              </p:cNvPr>
              <p:cNvGraphicFramePr>
                <a:graphicFrameLocks noChangeAspect="1"/>
              </p:cNvGraphicFramePr>
              <p:nvPr/>
            </p:nvGraphicFramePr>
            <p:xfrm>
              <a:off x="13144945" y="-261701"/>
              <a:ext cx="2513200" cy="6321077"/>
            </p:xfrm>
            <a:graphic>
              <a:graphicData uri="http://schemas.microsoft.com/office/drawing/2017/model3d">
                <am3d:model3d r:embed="rId3">
                  <am3d:spPr>
                    <a:xfrm>
                      <a:off x="0" y="0"/>
                      <a:ext cx="2513200" cy="6321077"/>
                    </a:xfrm>
                    <a:prstGeom prst="rect">
                      <a:avLst/>
                    </a:prstGeom>
                  </am3d:spPr>
                  <am3d:camera>
                    <am3d:pos x="0" y="0" z="54541956"/>
                    <am3d:up dx="0" dy="36000000" dz="0"/>
                    <am3d:lookAt x="0" y="0" z="0"/>
                    <am3d:perspective fov="2700000"/>
                  </am3d:camera>
                  <am3d:trans>
                    <am3d:meterPerModelUnit n="1015819" d="1000000"/>
                    <am3d:preTrans dx="5926" dy="-17996460" dz="-487734"/>
                    <am3d:scale>
                      <am3d:sx n="1000000" d="1000000"/>
                      <am3d:sy n="1000000" d="1000000"/>
                      <am3d:sz n="1000000" d="1000000"/>
                    </am3d:scale>
                    <am3d:rot ax="-1611853" ay="1823633" az="-862469"/>
                    <am3d:postTrans dx="0" dy="0" dz="0"/>
                  </am3d:trans>
                  <am3d:raster rName="Office3DRenderer" rVer="16.0.8326">
                    <am3d:blip r:embed="rId4"/>
                  </am3d:raster>
                  <am3d:extLst>
                    <a:ext uri="{E9DE012E-A134-456F-84FE-255F9AAD75C6}">
                      <a3danim:posterFrame xmlns:a3danim="http://schemas.microsoft.com/office/drawing/2018/animation/model3d" animId="0"/>
                    </a:ext>
                  </am3d:extLst>
                  <am3d:objViewport viewportSz="7368243"/>
                  <am3d:ambientLight>
                    <am3d:clr>
                      <a:scrgbClr r="50000" g="50000" b="50000"/>
                    </am3d:clr>
                    <am3d:illuminance n="500000" d="1000000"/>
                  </am3d:ambientLight>
                  <am3d:ptLight rad="0">
                    <am3d:clr>
                      <a:scrgbClr r="100000" g="75000" b="50000"/>
                    </am3d:clr>
                    <am3d:intensity n="9765625" d="1000000"/>
                    <am3d:pos x="21959998" y="70920001" z="16344003"/>
                  </am3d:ptLight>
                  <am3d:ptLight rad="0">
                    <am3d:clr>
                      <a:scrgbClr r="40000" g="60000" b="95000"/>
                    </am3d:clr>
                    <am3d:intensity n="12250000" d="1000000"/>
                    <am3d:pos x="-37964106" y="51130435" z="57631972"/>
                  </am3d:ptLight>
                  <am3d:ptLight rad="0">
                    <am3d:clr>
                      <a:scrgbClr r="86837" g="72700" b="100000"/>
                    </am3d:clr>
                    <am3d:intensity n="3125000" d="1000000"/>
                    <am3d:pos x="-37739122" y="58056624" z="-34769649"/>
                  </am3d:ptLight>
                </am3d:model3d>
              </a:graphicData>
            </a:graphic>
          </p:graphicFrame>
        </mc:Choice>
        <mc:Fallback>
          <p:pic>
            <p:nvPicPr>
              <p:cNvPr id="7" name="Modello 3D 6" descr="Turbina eolica">
                <a:extLst>
                  <a:ext uri="{FF2B5EF4-FFF2-40B4-BE49-F238E27FC236}">
                    <a16:creationId xmlns:a16="http://schemas.microsoft.com/office/drawing/2014/main" id="{A8855302-F0E4-5500-959C-38E73B946419}"/>
                  </a:ext>
                </a:extLst>
              </p:cNvPr>
              <p:cNvPicPr>
                <a:picLocks noGrp="1" noRot="1" noChangeAspect="1" noMove="1" noResize="1" noEditPoints="1" noAdjustHandles="1" noChangeArrowheads="1" noChangeShapeType="1" noCrop="1"/>
              </p:cNvPicPr>
              <p:nvPr/>
            </p:nvPicPr>
            <p:blipFill>
              <a:blip r:embed="rId4"/>
              <a:stretch>
                <a:fillRect/>
              </a:stretch>
            </p:blipFill>
            <p:spPr>
              <a:xfrm>
                <a:off x="13144945" y="-261701"/>
                <a:ext cx="2513200" cy="6321077"/>
              </a:xfrm>
              <a:prstGeom prst="rect">
                <a:avLst/>
              </a:prstGeom>
            </p:spPr>
          </p:pic>
        </mc:Fallback>
      </mc:AlternateContent>
      <p:pic>
        <p:nvPicPr>
          <p:cNvPr id="3" name="Elemento grafico 2">
            <a:extLst>
              <a:ext uri="{FF2B5EF4-FFF2-40B4-BE49-F238E27FC236}">
                <a16:creationId xmlns:a16="http://schemas.microsoft.com/office/drawing/2014/main" id="{0E09F37D-D080-D335-B244-3E8E0C356A9D}"/>
              </a:ext>
            </a:extLst>
          </p:cNvPr>
          <p:cNvPicPr>
            <a:picLocks noChangeAspect="1"/>
          </p:cNvPicPr>
          <p:nvPr/>
        </p:nvPicPr>
        <p:blipFill>
          <a:blip r:embed="rId5">
            <a:extLst>
              <a:ext uri="{96DAC541-7B7A-43D3-8B79-37D633B846F1}">
                <asvg:svgBlip xmlns:asvg="http://schemas.microsoft.com/office/drawing/2016/SVG/main" r:embed="rId6"/>
              </a:ext>
              <a:ext uri="{837473B0-CC2E-450A-ABE3-18F120FF3D39}">
                <a1611:picAttrSrcUrl xmlns:a1611="http://schemas.microsoft.com/office/drawing/2016/11/main" r:id="rId7"/>
              </a:ext>
            </a:extLst>
          </a:blip>
          <a:srcRect l="36323" t="40680"/>
          <a:stretch>
            <a:fillRect/>
          </a:stretch>
        </p:blipFill>
        <p:spPr>
          <a:xfrm>
            <a:off x="2622633" y="-5274969"/>
            <a:ext cx="12028021" cy="11205065"/>
          </a:xfrm>
          <a:prstGeom prst="rect">
            <a:avLst/>
          </a:prstGeom>
        </p:spPr>
      </p:pic>
      <p:sp>
        <p:nvSpPr>
          <p:cNvPr id="10" name="Rettangolo 9">
            <a:extLst>
              <a:ext uri="{FF2B5EF4-FFF2-40B4-BE49-F238E27FC236}">
                <a16:creationId xmlns:a16="http://schemas.microsoft.com/office/drawing/2014/main" id="{1410E834-2577-CD7E-596A-CEFFBD5A3974}"/>
              </a:ext>
            </a:extLst>
          </p:cNvPr>
          <p:cNvSpPr/>
          <p:nvPr/>
        </p:nvSpPr>
        <p:spPr>
          <a:xfrm>
            <a:off x="8636643" y="3822568"/>
            <a:ext cx="1180618" cy="682907"/>
          </a:xfrm>
          <a:prstGeom prst="rect">
            <a:avLst/>
          </a:prstGeom>
          <a:noFill/>
          <a:ln w="28575">
            <a:solidFill>
              <a:schemeClr val="tx2">
                <a:lumMod val="50000"/>
                <a:lumOff val="50000"/>
              </a:schemeClr>
            </a:solidFill>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accent1">
                  <a:lumMod val="60000"/>
                  <a:lumOff val="40000"/>
                </a:schemeClr>
              </a:solidFill>
            </a:endParaRPr>
          </a:p>
        </p:txBody>
      </p:sp>
      <p:sp>
        <p:nvSpPr>
          <p:cNvPr id="24" name="CasellaDiTesto 23">
            <a:extLst>
              <a:ext uri="{FF2B5EF4-FFF2-40B4-BE49-F238E27FC236}">
                <a16:creationId xmlns:a16="http://schemas.microsoft.com/office/drawing/2014/main" id="{2EA6EAC5-0F4D-E05D-0FDE-A5DAC8D45639}"/>
              </a:ext>
            </a:extLst>
          </p:cNvPr>
          <p:cNvSpPr txBox="1"/>
          <p:nvPr/>
        </p:nvSpPr>
        <p:spPr>
          <a:xfrm>
            <a:off x="724881" y="2532805"/>
            <a:ext cx="3850077" cy="3262432"/>
          </a:xfrm>
          <a:prstGeom prst="rect">
            <a:avLst/>
          </a:prstGeom>
          <a:noFill/>
        </p:spPr>
        <p:txBody>
          <a:bodyPr wrap="square" rtlCol="0">
            <a:spAutoFit/>
          </a:bodyPr>
          <a:lstStyle/>
          <a:p>
            <a:r>
              <a:rPr lang="en-GB" sz="2400" noProof="0">
                <a:solidFill>
                  <a:schemeClr val="accent4">
                    <a:lumMod val="60000"/>
                    <a:lumOff val="40000"/>
                  </a:schemeClr>
                </a:solidFill>
                <a:latin typeface="Satoshi" pitchFamily="50" charset="0"/>
              </a:rPr>
              <a:t>Location</a:t>
            </a:r>
          </a:p>
          <a:p>
            <a:pPr>
              <a:spcAft>
                <a:spcPts val="1200"/>
              </a:spcAft>
            </a:pPr>
            <a:r>
              <a:rPr lang="en-GB" sz="3200" noProof="0">
                <a:solidFill>
                  <a:schemeClr val="accent4">
                    <a:lumMod val="20000"/>
                    <a:lumOff val="80000"/>
                  </a:schemeClr>
                </a:solidFill>
                <a:latin typeface="Satoshi" pitchFamily="50" charset="0"/>
              </a:rPr>
              <a:t>36 km</a:t>
            </a:r>
            <a:r>
              <a:rPr lang="en-GB" sz="3200" noProof="0">
                <a:solidFill>
                  <a:schemeClr val="accent4">
                    <a:lumMod val="20000"/>
                    <a:lumOff val="80000"/>
                  </a:schemeClr>
                </a:solidFill>
                <a:latin typeface="Times New Roman" panose="02020603050405020304" pitchFamily="18" charset="0"/>
                <a:cs typeface="Times New Roman" panose="02020603050405020304" pitchFamily="18" charset="0"/>
              </a:rPr>
              <a:t> </a:t>
            </a:r>
            <a:r>
              <a:rPr lang="en-GB" sz="3200" noProof="0">
                <a:solidFill>
                  <a:schemeClr val="accent4">
                    <a:lumMod val="20000"/>
                    <a:lumOff val="80000"/>
                  </a:schemeClr>
                </a:solidFill>
                <a:latin typeface="Satoshi" pitchFamily="50" charset="0"/>
              </a:rPr>
              <a:t>off the coast</a:t>
            </a:r>
          </a:p>
          <a:p>
            <a:r>
              <a:rPr lang="en-GB" sz="2400" noProof="0">
                <a:solidFill>
                  <a:schemeClr val="accent4">
                    <a:lumMod val="60000"/>
                    <a:lumOff val="40000"/>
                  </a:schemeClr>
                </a:solidFill>
                <a:latin typeface="Satoshi" pitchFamily="50" charset="0"/>
              </a:rPr>
              <a:t>Capacity</a:t>
            </a:r>
          </a:p>
          <a:p>
            <a:pPr>
              <a:spcAft>
                <a:spcPts val="1200"/>
              </a:spcAft>
            </a:pPr>
            <a:r>
              <a:rPr lang="en-GB" sz="3200" noProof="0">
                <a:solidFill>
                  <a:schemeClr val="accent4">
                    <a:lumMod val="20000"/>
                    <a:lumOff val="80000"/>
                  </a:schemeClr>
                </a:solidFill>
                <a:latin typeface="Satoshi" pitchFamily="50" charset="0"/>
              </a:rPr>
              <a:t>15 MW x 33 turbines</a:t>
            </a:r>
          </a:p>
          <a:p>
            <a:r>
              <a:rPr lang="en-GB" sz="2400" noProof="0">
                <a:solidFill>
                  <a:schemeClr val="accent4">
                    <a:lumMod val="60000"/>
                    <a:lumOff val="40000"/>
                  </a:schemeClr>
                </a:solidFill>
                <a:latin typeface="Satoshi" pitchFamily="50" charset="0"/>
              </a:rPr>
              <a:t>Project status</a:t>
            </a:r>
          </a:p>
          <a:p>
            <a:r>
              <a:rPr lang="en-GB" sz="3200" noProof="0">
                <a:solidFill>
                  <a:schemeClr val="accent4">
                    <a:lumMod val="20000"/>
                    <a:lumOff val="80000"/>
                  </a:schemeClr>
                </a:solidFill>
                <a:latin typeface="Satoshi" pitchFamily="50" charset="0"/>
              </a:rPr>
              <a:t>Permitting phase</a:t>
            </a:r>
          </a:p>
          <a:p>
            <a:endParaRPr lang="en-GB" noProof="0">
              <a:solidFill>
                <a:schemeClr val="accent4">
                  <a:lumMod val="60000"/>
                  <a:lumOff val="40000"/>
                </a:schemeClr>
              </a:solidFill>
              <a:latin typeface="Quicksand bold" pitchFamily="2" charset="0"/>
            </a:endParaRPr>
          </a:p>
        </p:txBody>
      </p:sp>
      <p:sp>
        <p:nvSpPr>
          <p:cNvPr id="39" name="CasellaDiTesto 38">
            <a:extLst>
              <a:ext uri="{FF2B5EF4-FFF2-40B4-BE49-F238E27FC236}">
                <a16:creationId xmlns:a16="http://schemas.microsoft.com/office/drawing/2014/main" id="{8C673C44-BE32-1F9F-5762-5EB10C7E30A0}"/>
              </a:ext>
            </a:extLst>
          </p:cNvPr>
          <p:cNvSpPr txBox="1"/>
          <p:nvPr/>
        </p:nvSpPr>
        <p:spPr>
          <a:xfrm>
            <a:off x="695325" y="583051"/>
            <a:ext cx="5061098"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Project Overview</a:t>
            </a:r>
          </a:p>
        </p:txBody>
      </p:sp>
      <p:sp>
        <p:nvSpPr>
          <p:cNvPr id="8" name="Rettangolo 7">
            <a:extLst>
              <a:ext uri="{FF2B5EF4-FFF2-40B4-BE49-F238E27FC236}">
                <a16:creationId xmlns:a16="http://schemas.microsoft.com/office/drawing/2014/main" id="{BFDCDFA5-69F2-6EE0-BF6D-0942BC8ADF18}"/>
              </a:ext>
            </a:extLst>
          </p:cNvPr>
          <p:cNvSpPr/>
          <p:nvPr/>
        </p:nvSpPr>
        <p:spPr>
          <a:xfrm>
            <a:off x="724881" y="3465317"/>
            <a:ext cx="4032000" cy="3600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9" name="Rettangolo 8">
            <a:extLst>
              <a:ext uri="{FF2B5EF4-FFF2-40B4-BE49-F238E27FC236}">
                <a16:creationId xmlns:a16="http://schemas.microsoft.com/office/drawing/2014/main" id="{19487358-5D11-E89C-B236-6DABBBBFA21E}"/>
              </a:ext>
            </a:extLst>
          </p:cNvPr>
          <p:cNvSpPr/>
          <p:nvPr/>
        </p:nvSpPr>
        <p:spPr>
          <a:xfrm>
            <a:off x="724881" y="4487475"/>
            <a:ext cx="4032000" cy="3600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1" name="Rettangolo 10">
            <a:extLst>
              <a:ext uri="{FF2B5EF4-FFF2-40B4-BE49-F238E27FC236}">
                <a16:creationId xmlns:a16="http://schemas.microsoft.com/office/drawing/2014/main" id="{22C679E8-CA45-1F6A-A1C8-2FDD132FA887}"/>
              </a:ext>
            </a:extLst>
          </p:cNvPr>
          <p:cNvSpPr/>
          <p:nvPr/>
        </p:nvSpPr>
        <p:spPr>
          <a:xfrm>
            <a:off x="724881" y="5509633"/>
            <a:ext cx="4032000" cy="36000"/>
          </a:xfrm>
          <a:prstGeom prst="rect">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 name="CasellaDiTesto 1">
            <a:extLst>
              <a:ext uri="{FF2B5EF4-FFF2-40B4-BE49-F238E27FC236}">
                <a16:creationId xmlns:a16="http://schemas.microsoft.com/office/drawing/2014/main" id="{0A9C4BD5-FE1F-1498-1BB8-98859EBDC994}"/>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pic>
        <p:nvPicPr>
          <p:cNvPr id="6" name="Picture 2">
            <a:extLst>
              <a:ext uri="{FF2B5EF4-FFF2-40B4-BE49-F238E27FC236}">
                <a16:creationId xmlns:a16="http://schemas.microsoft.com/office/drawing/2014/main" id="{7421B389-8AAD-3C28-8AF1-627A237301FA}"/>
              </a:ext>
            </a:extLst>
          </p:cNvPr>
          <p:cNvPicPr>
            <a:picLocks noChangeAspect="1" noChangeArrowheads="1"/>
          </p:cNvPicPr>
          <p:nvPr/>
        </p:nvPicPr>
        <p:blipFill rotWithShape="1">
          <a:blip r:embed="rId8">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1995301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wheel(1)">
                                      <p:cBhvr>
                                        <p:cTn id="7" dur="750"/>
                                        <p:tgtEl>
                                          <p:spTgt spid="10"/>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750"/>
                                        <p:tgtEl>
                                          <p:spTgt spid="8"/>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wipe(left)">
                                      <p:cBhvr>
                                        <p:cTn id="13" dur="750"/>
                                        <p:tgtEl>
                                          <p:spTgt spid="9"/>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11"/>
                                        </p:tgtEl>
                                        <p:attrNameLst>
                                          <p:attrName>style.visibility</p:attrName>
                                        </p:attrNameLst>
                                      </p:cBhvr>
                                      <p:to>
                                        <p:strVal val="visible"/>
                                      </p:to>
                                    </p:set>
                                    <p:animEffect transition="in" filter="wipe(left)">
                                      <p:cBhvr>
                                        <p:cTn id="16" dur="75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8" grpId="0" animBg="1"/>
      <p:bldP spid="9" grpId="0" animBg="1"/>
      <p:bldP spid="11"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8BA13-BC12-F10C-09F2-6A3C94100D48}"/>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5E11C678-E385-C292-DC5C-E65DEF405615}"/>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4" name="Rettangolo 3">
            <a:extLst>
              <a:ext uri="{FF2B5EF4-FFF2-40B4-BE49-F238E27FC236}">
                <a16:creationId xmlns:a16="http://schemas.microsoft.com/office/drawing/2014/main" id="{21CDBF64-758D-2CFD-8090-97B3A3EBB83D}"/>
              </a:ext>
            </a:extLst>
          </p:cNvPr>
          <p:cNvSpPr/>
          <p:nvPr/>
        </p:nvSpPr>
        <p:spPr>
          <a:xfrm>
            <a:off x="0" y="-4489"/>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pic>
        <p:nvPicPr>
          <p:cNvPr id="3" name="Elemento grafico 2">
            <a:extLst>
              <a:ext uri="{FF2B5EF4-FFF2-40B4-BE49-F238E27FC236}">
                <a16:creationId xmlns:a16="http://schemas.microsoft.com/office/drawing/2014/main" id="{942B3854-68EC-FC4C-5F31-38AF4DCBDD52}"/>
              </a:ext>
            </a:extLst>
          </p:cNvPr>
          <p:cNvPicPr>
            <a:picLocks noChangeAspect="1"/>
          </p:cNvPicPr>
          <p:nvPr/>
        </p:nvPicPr>
        <p:blipFill>
          <a:blip r:embed="rId2">
            <a:extLst>
              <a:ext uri="{96DAC541-7B7A-43D3-8B79-37D633B846F1}">
                <asvg:svgBlip xmlns:asvg="http://schemas.microsoft.com/office/drawing/2016/SVG/main" r:embed="rId3"/>
              </a:ext>
              <a:ext uri="{837473B0-CC2E-450A-ABE3-18F120FF3D39}">
                <a1611:picAttrSrcUrl xmlns:a1611="http://schemas.microsoft.com/office/drawing/2016/11/main" r:id="rId4"/>
              </a:ext>
            </a:extLst>
          </a:blip>
          <a:srcRect l="62190" t="83865" r="17664" b="4489"/>
          <a:stretch>
            <a:fillRect/>
          </a:stretch>
        </p:blipFill>
        <p:spPr>
          <a:xfrm>
            <a:off x="-4114800" y="-3048000"/>
            <a:ext cx="19772945" cy="11430000"/>
          </a:xfrm>
          <a:prstGeom prst="rect">
            <a:avLst/>
          </a:prstGeom>
        </p:spPr>
      </p:pic>
      <p:sp>
        <p:nvSpPr>
          <p:cNvPr id="34" name="Rettangolo con angoli arrotondati 33">
            <a:extLst>
              <a:ext uri="{FF2B5EF4-FFF2-40B4-BE49-F238E27FC236}">
                <a16:creationId xmlns:a16="http://schemas.microsoft.com/office/drawing/2014/main" id="{24E76688-EF8F-B5DA-6EF1-ADD4C469CDF2}"/>
              </a:ext>
            </a:extLst>
          </p:cNvPr>
          <p:cNvSpPr/>
          <p:nvPr/>
        </p:nvSpPr>
        <p:spPr>
          <a:xfrm>
            <a:off x="6807530" y="539245"/>
            <a:ext cx="4714240" cy="131607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0" name="Connettore 39">
            <a:extLst>
              <a:ext uri="{FF2B5EF4-FFF2-40B4-BE49-F238E27FC236}">
                <a16:creationId xmlns:a16="http://schemas.microsoft.com/office/drawing/2014/main" id="{6A7FEC90-B272-7589-64C0-25CD6F241F29}"/>
              </a:ext>
            </a:extLst>
          </p:cNvPr>
          <p:cNvSpPr/>
          <p:nvPr/>
        </p:nvSpPr>
        <p:spPr>
          <a:xfrm>
            <a:off x="7029280" y="777212"/>
            <a:ext cx="828000" cy="828000"/>
          </a:xfrm>
          <a:prstGeom prst="flowChartConnector">
            <a:avLst/>
          </a:prstGeom>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accent4">
                  <a:lumMod val="20000"/>
                  <a:lumOff val="80000"/>
                </a:schemeClr>
              </a:solidFill>
            </a:endParaRPr>
          </a:p>
        </p:txBody>
      </p:sp>
      <p:pic>
        <p:nvPicPr>
          <p:cNvPr id="44" name="Elemento grafico 43" descr="Turbine eoliche con riempimento a tinta unita">
            <a:extLst>
              <a:ext uri="{FF2B5EF4-FFF2-40B4-BE49-F238E27FC236}">
                <a16:creationId xmlns:a16="http://schemas.microsoft.com/office/drawing/2014/main" id="{05AC935D-DE37-7ECD-C7E4-92A70D5B3384}"/>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128931" y="937313"/>
            <a:ext cx="540000" cy="540000"/>
          </a:xfrm>
          <a:prstGeom prst="rect">
            <a:avLst/>
          </a:prstGeom>
        </p:spPr>
      </p:pic>
      <p:sp>
        <p:nvSpPr>
          <p:cNvPr id="45" name="CasellaDiTesto 44">
            <a:extLst>
              <a:ext uri="{FF2B5EF4-FFF2-40B4-BE49-F238E27FC236}">
                <a16:creationId xmlns:a16="http://schemas.microsoft.com/office/drawing/2014/main" id="{7FEC5F0B-C991-9B96-303D-CA9F67D00E60}"/>
              </a:ext>
            </a:extLst>
          </p:cNvPr>
          <p:cNvSpPr txBox="1"/>
          <p:nvPr/>
        </p:nvSpPr>
        <p:spPr>
          <a:xfrm>
            <a:off x="7882374" y="607149"/>
            <a:ext cx="3581371" cy="1200329"/>
          </a:xfrm>
          <a:prstGeom prst="rect">
            <a:avLst/>
          </a:prstGeom>
          <a:noFill/>
        </p:spPr>
        <p:txBody>
          <a:bodyPr wrap="square" rtlCol="0">
            <a:spAutoFit/>
          </a:bodyPr>
          <a:lstStyle/>
          <a:p>
            <a:r>
              <a:rPr lang="en-GB" b="1" noProof="0">
                <a:solidFill>
                  <a:schemeClr val="accent4">
                    <a:lumMod val="60000"/>
                    <a:lumOff val="40000"/>
                  </a:schemeClr>
                </a:solidFill>
                <a:latin typeface="Satoshi" pitchFamily="50" charset="0"/>
              </a:rPr>
              <a:t>Turbine Technology</a:t>
            </a:r>
          </a:p>
          <a:p>
            <a:r>
              <a:rPr lang="en-GB" noProof="0">
                <a:solidFill>
                  <a:schemeClr val="accent4">
                    <a:lumMod val="20000"/>
                    <a:lumOff val="80000"/>
                  </a:schemeClr>
                </a:solidFill>
              </a:rPr>
              <a:t>Floating Offshore Wind Turbines (FOWT) using Vestas V236-15 MW turbines.</a:t>
            </a:r>
            <a:endParaRPr lang="en-GB" b="1" noProof="0">
              <a:solidFill>
                <a:schemeClr val="accent4">
                  <a:lumMod val="20000"/>
                  <a:lumOff val="80000"/>
                </a:schemeClr>
              </a:solidFill>
              <a:latin typeface="Satoshi" pitchFamily="50" charset="0"/>
            </a:endParaRPr>
          </a:p>
        </p:txBody>
      </p:sp>
      <p:sp>
        <p:nvSpPr>
          <p:cNvPr id="46" name="Rettangolo con angoli arrotondati 45">
            <a:extLst>
              <a:ext uri="{FF2B5EF4-FFF2-40B4-BE49-F238E27FC236}">
                <a16:creationId xmlns:a16="http://schemas.microsoft.com/office/drawing/2014/main" id="{5DFDDE7D-7FD2-285A-B656-779A9344855F}"/>
              </a:ext>
            </a:extLst>
          </p:cNvPr>
          <p:cNvSpPr/>
          <p:nvPr/>
        </p:nvSpPr>
        <p:spPr>
          <a:xfrm>
            <a:off x="5041811" y="4855477"/>
            <a:ext cx="4714240" cy="1395373"/>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47" name="Connettore 46">
            <a:extLst>
              <a:ext uri="{FF2B5EF4-FFF2-40B4-BE49-F238E27FC236}">
                <a16:creationId xmlns:a16="http://schemas.microsoft.com/office/drawing/2014/main" id="{6229ACB8-E84F-B84F-9705-DD5488E1FA45}"/>
              </a:ext>
            </a:extLst>
          </p:cNvPr>
          <p:cNvSpPr/>
          <p:nvPr/>
        </p:nvSpPr>
        <p:spPr>
          <a:xfrm>
            <a:off x="5225905" y="5139163"/>
            <a:ext cx="828000" cy="828000"/>
          </a:xfrm>
          <a:prstGeom prst="flowChartConnector">
            <a:avLst/>
          </a:prstGeom>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49" name="Elemento grafico 48" descr="Fulmine con riempimento a tinta unita">
            <a:extLst>
              <a:ext uri="{FF2B5EF4-FFF2-40B4-BE49-F238E27FC236}">
                <a16:creationId xmlns:a16="http://schemas.microsoft.com/office/drawing/2014/main" id="{4B13BC34-B523-5BBC-3E13-E709B72468C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5369905" y="5302299"/>
            <a:ext cx="540000" cy="540000"/>
          </a:xfrm>
          <a:prstGeom prst="rect">
            <a:avLst/>
          </a:prstGeom>
        </p:spPr>
      </p:pic>
      <p:sp>
        <p:nvSpPr>
          <p:cNvPr id="50" name="Rettangolo con angoli arrotondati 49">
            <a:extLst>
              <a:ext uri="{FF2B5EF4-FFF2-40B4-BE49-F238E27FC236}">
                <a16:creationId xmlns:a16="http://schemas.microsoft.com/office/drawing/2014/main" id="{A2BD4905-CAF6-070A-44A4-CB04C891E87B}"/>
              </a:ext>
            </a:extLst>
          </p:cNvPr>
          <p:cNvSpPr/>
          <p:nvPr/>
        </p:nvSpPr>
        <p:spPr>
          <a:xfrm>
            <a:off x="724881" y="1725951"/>
            <a:ext cx="4714240" cy="1339731"/>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51" name="Connettore 50">
            <a:extLst>
              <a:ext uri="{FF2B5EF4-FFF2-40B4-BE49-F238E27FC236}">
                <a16:creationId xmlns:a16="http://schemas.microsoft.com/office/drawing/2014/main" id="{3D01C6EA-2240-F6E0-1901-59A5AE4A9CF0}"/>
              </a:ext>
            </a:extLst>
          </p:cNvPr>
          <p:cNvSpPr/>
          <p:nvPr/>
        </p:nvSpPr>
        <p:spPr>
          <a:xfrm>
            <a:off x="904240" y="1951772"/>
            <a:ext cx="828000" cy="828000"/>
          </a:xfrm>
          <a:prstGeom prst="flowChartConnector">
            <a:avLst/>
          </a:prstGeom>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53" name="Elemento grafico 52" descr="Torre elettrica con riempimento a tinta unita">
            <a:extLst>
              <a:ext uri="{FF2B5EF4-FFF2-40B4-BE49-F238E27FC236}">
                <a16:creationId xmlns:a16="http://schemas.microsoft.com/office/drawing/2014/main" id="{BFBE8E2E-8650-9E84-E984-32316FFE5AE0}"/>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48240" y="2071120"/>
            <a:ext cx="540000" cy="540000"/>
          </a:xfrm>
          <a:prstGeom prst="rect">
            <a:avLst/>
          </a:prstGeom>
        </p:spPr>
      </p:pic>
      <p:sp>
        <p:nvSpPr>
          <p:cNvPr id="54" name="CasellaDiTesto 53">
            <a:extLst>
              <a:ext uri="{FF2B5EF4-FFF2-40B4-BE49-F238E27FC236}">
                <a16:creationId xmlns:a16="http://schemas.microsoft.com/office/drawing/2014/main" id="{BE844751-91E4-B302-369F-DD62ACA2C0C0}"/>
              </a:ext>
            </a:extLst>
          </p:cNvPr>
          <p:cNvSpPr txBox="1"/>
          <p:nvPr/>
        </p:nvSpPr>
        <p:spPr>
          <a:xfrm>
            <a:off x="6156919" y="4923818"/>
            <a:ext cx="3599132" cy="1477328"/>
          </a:xfrm>
          <a:prstGeom prst="rect">
            <a:avLst/>
          </a:prstGeom>
          <a:noFill/>
        </p:spPr>
        <p:txBody>
          <a:bodyPr wrap="square" rtlCol="0">
            <a:spAutoFit/>
          </a:bodyPr>
          <a:lstStyle/>
          <a:p>
            <a:r>
              <a:rPr lang="en-GB" b="1" noProof="0">
                <a:solidFill>
                  <a:schemeClr val="accent4">
                    <a:lumMod val="60000"/>
                    <a:lumOff val="40000"/>
                  </a:schemeClr>
                </a:solidFill>
                <a:latin typeface="Satoshi" pitchFamily="50" charset="0"/>
              </a:rPr>
              <a:t>Electric off-shore layout</a:t>
            </a:r>
          </a:p>
          <a:p>
            <a:r>
              <a:rPr lang="en-GB" noProof="0">
                <a:solidFill>
                  <a:schemeClr val="accent4">
                    <a:lumMod val="20000"/>
                    <a:lumOff val="80000"/>
                  </a:schemeClr>
                </a:solidFill>
                <a:latin typeface="Satoshi" pitchFamily="50" charset="0"/>
              </a:rPr>
              <a:t>66 kV inter-array cables, dynamic subsea cables, HV switchgear, 380 kV export via FOS.</a:t>
            </a:r>
          </a:p>
          <a:p>
            <a:endParaRPr lang="en-GB" b="1" noProof="0">
              <a:solidFill>
                <a:schemeClr val="accent4">
                  <a:lumMod val="20000"/>
                  <a:lumOff val="80000"/>
                </a:schemeClr>
              </a:solidFill>
              <a:latin typeface="Satoshi" pitchFamily="50" charset="0"/>
            </a:endParaRPr>
          </a:p>
        </p:txBody>
      </p:sp>
      <p:sp>
        <p:nvSpPr>
          <p:cNvPr id="55" name="CasellaDiTesto 54">
            <a:extLst>
              <a:ext uri="{FF2B5EF4-FFF2-40B4-BE49-F238E27FC236}">
                <a16:creationId xmlns:a16="http://schemas.microsoft.com/office/drawing/2014/main" id="{EE991733-6D54-2181-DEEB-6C81ACDE2CEF}"/>
              </a:ext>
            </a:extLst>
          </p:cNvPr>
          <p:cNvSpPr txBox="1"/>
          <p:nvPr/>
        </p:nvSpPr>
        <p:spPr>
          <a:xfrm>
            <a:off x="1911599" y="1775283"/>
            <a:ext cx="3384051" cy="1200329"/>
          </a:xfrm>
          <a:prstGeom prst="rect">
            <a:avLst/>
          </a:prstGeom>
          <a:noFill/>
        </p:spPr>
        <p:txBody>
          <a:bodyPr wrap="square" rtlCol="0">
            <a:spAutoFit/>
          </a:bodyPr>
          <a:lstStyle/>
          <a:p>
            <a:r>
              <a:rPr lang="en-GB" b="1" noProof="0">
                <a:solidFill>
                  <a:schemeClr val="accent4">
                    <a:lumMod val="60000"/>
                    <a:lumOff val="40000"/>
                  </a:schemeClr>
                </a:solidFill>
                <a:latin typeface="Satoshi" pitchFamily="50" charset="0"/>
              </a:rPr>
              <a:t>Grid Connection to Shore</a:t>
            </a:r>
          </a:p>
          <a:p>
            <a:r>
              <a:rPr lang="en-GB" noProof="0">
                <a:solidFill>
                  <a:schemeClr val="accent4">
                    <a:lumMod val="20000"/>
                    <a:lumOff val="80000"/>
                  </a:schemeClr>
                </a:solidFill>
                <a:latin typeface="Satoshi" pitchFamily="50" charset="0"/>
              </a:rPr>
              <a:t>Landfall south of Catania; link to Terna's SE Pantano 380 substation.</a:t>
            </a:r>
            <a:r>
              <a:rPr lang="en-GB" b="1" noProof="0">
                <a:solidFill>
                  <a:schemeClr val="accent4">
                    <a:lumMod val="20000"/>
                    <a:lumOff val="80000"/>
                  </a:schemeClr>
                </a:solidFill>
                <a:latin typeface="Satoshi" pitchFamily="50" charset="0"/>
              </a:rPr>
              <a:t> </a:t>
            </a:r>
          </a:p>
        </p:txBody>
      </p:sp>
      <p:cxnSp>
        <p:nvCxnSpPr>
          <p:cNvPr id="14" name="Connettore diritto 13">
            <a:extLst>
              <a:ext uri="{FF2B5EF4-FFF2-40B4-BE49-F238E27FC236}">
                <a16:creationId xmlns:a16="http://schemas.microsoft.com/office/drawing/2014/main" id="{5FA10419-0BBD-A364-99A1-6401082CB80F}"/>
              </a:ext>
            </a:extLst>
          </p:cNvPr>
          <p:cNvCxnSpPr>
            <a:cxnSpLocks/>
          </p:cNvCxnSpPr>
          <p:nvPr/>
        </p:nvCxnSpPr>
        <p:spPr>
          <a:xfrm flipV="1">
            <a:off x="3680460" y="4168140"/>
            <a:ext cx="510540" cy="148800"/>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Connettore diritto 15">
            <a:extLst>
              <a:ext uri="{FF2B5EF4-FFF2-40B4-BE49-F238E27FC236}">
                <a16:creationId xmlns:a16="http://schemas.microsoft.com/office/drawing/2014/main" id="{AA5E22F1-BCE6-3BEA-074F-B4FB587738A4}"/>
              </a:ext>
            </a:extLst>
          </p:cNvPr>
          <p:cNvCxnSpPr>
            <a:cxnSpLocks/>
          </p:cNvCxnSpPr>
          <p:nvPr/>
        </p:nvCxnSpPr>
        <p:spPr>
          <a:xfrm>
            <a:off x="4191000" y="4168140"/>
            <a:ext cx="850811" cy="80010"/>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Connettore diritto 17">
            <a:extLst>
              <a:ext uri="{FF2B5EF4-FFF2-40B4-BE49-F238E27FC236}">
                <a16:creationId xmlns:a16="http://schemas.microsoft.com/office/drawing/2014/main" id="{C20F2B3E-A81B-08FC-1527-9A7FC486D38D}"/>
              </a:ext>
            </a:extLst>
          </p:cNvPr>
          <p:cNvCxnSpPr>
            <a:cxnSpLocks/>
          </p:cNvCxnSpPr>
          <p:nvPr/>
        </p:nvCxnSpPr>
        <p:spPr>
          <a:xfrm flipV="1">
            <a:off x="5041811" y="4091940"/>
            <a:ext cx="1917282" cy="156210"/>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Connettore diritto 19">
            <a:extLst>
              <a:ext uri="{FF2B5EF4-FFF2-40B4-BE49-F238E27FC236}">
                <a16:creationId xmlns:a16="http://schemas.microsoft.com/office/drawing/2014/main" id="{80D05801-A3C7-CE7E-BFE5-A7EF41CE9F77}"/>
              </a:ext>
            </a:extLst>
          </p:cNvPr>
          <p:cNvCxnSpPr>
            <a:cxnSpLocks/>
          </p:cNvCxnSpPr>
          <p:nvPr/>
        </p:nvCxnSpPr>
        <p:spPr>
          <a:xfrm flipV="1">
            <a:off x="6959093" y="3094941"/>
            <a:ext cx="2164080" cy="996999"/>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Connettore diritto 22">
            <a:extLst>
              <a:ext uri="{FF2B5EF4-FFF2-40B4-BE49-F238E27FC236}">
                <a16:creationId xmlns:a16="http://schemas.microsoft.com/office/drawing/2014/main" id="{DA565156-5A58-AF45-FB94-2D40B248C4A8}"/>
              </a:ext>
            </a:extLst>
          </p:cNvPr>
          <p:cNvCxnSpPr/>
          <p:nvPr/>
        </p:nvCxnSpPr>
        <p:spPr>
          <a:xfrm flipH="1">
            <a:off x="8859520" y="3108960"/>
            <a:ext cx="269240" cy="797560"/>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Connettore diritto 24">
            <a:extLst>
              <a:ext uri="{FF2B5EF4-FFF2-40B4-BE49-F238E27FC236}">
                <a16:creationId xmlns:a16="http://schemas.microsoft.com/office/drawing/2014/main" id="{FF6AE4C4-D517-C307-B3BC-6D20412C9DDF}"/>
              </a:ext>
            </a:extLst>
          </p:cNvPr>
          <p:cNvCxnSpPr/>
          <p:nvPr/>
        </p:nvCxnSpPr>
        <p:spPr>
          <a:xfrm flipH="1">
            <a:off x="9027160" y="3094941"/>
            <a:ext cx="96013" cy="740459"/>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Connettore diritto 26">
            <a:extLst>
              <a:ext uri="{FF2B5EF4-FFF2-40B4-BE49-F238E27FC236}">
                <a16:creationId xmlns:a16="http://schemas.microsoft.com/office/drawing/2014/main" id="{B1E2E723-14DF-0B9D-2447-9A85F6B1C167}"/>
              </a:ext>
            </a:extLst>
          </p:cNvPr>
          <p:cNvCxnSpPr/>
          <p:nvPr/>
        </p:nvCxnSpPr>
        <p:spPr>
          <a:xfrm flipH="1" flipV="1">
            <a:off x="8859520" y="2779772"/>
            <a:ext cx="263653" cy="315169"/>
          </a:xfrm>
          <a:prstGeom prst="line">
            <a:avLst/>
          </a:prstGeom>
        </p:spPr>
        <p:style>
          <a:lnRef idx="2">
            <a:schemeClr val="accent1"/>
          </a:lnRef>
          <a:fillRef idx="0">
            <a:schemeClr val="accent1"/>
          </a:fillRef>
          <a:effectRef idx="1">
            <a:schemeClr val="accent1"/>
          </a:effectRef>
          <a:fontRef idx="minor">
            <a:schemeClr val="tx1"/>
          </a:fontRef>
        </p:style>
      </p:cxnSp>
      <p:cxnSp>
        <p:nvCxnSpPr>
          <p:cNvPr id="29" name="Connettore diritto 28">
            <a:extLst>
              <a:ext uri="{FF2B5EF4-FFF2-40B4-BE49-F238E27FC236}">
                <a16:creationId xmlns:a16="http://schemas.microsoft.com/office/drawing/2014/main" id="{97672CDA-2D27-F69C-A769-5982A2A5C48E}"/>
              </a:ext>
            </a:extLst>
          </p:cNvPr>
          <p:cNvCxnSpPr/>
          <p:nvPr/>
        </p:nvCxnSpPr>
        <p:spPr>
          <a:xfrm flipH="1" flipV="1">
            <a:off x="8994140" y="2692788"/>
            <a:ext cx="129033" cy="402153"/>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Connettore diritto 30">
            <a:extLst>
              <a:ext uri="{FF2B5EF4-FFF2-40B4-BE49-F238E27FC236}">
                <a16:creationId xmlns:a16="http://schemas.microsoft.com/office/drawing/2014/main" id="{712141D0-E4C2-D7A2-5ADD-A2D3EF665D2B}"/>
              </a:ext>
            </a:extLst>
          </p:cNvPr>
          <p:cNvCxnSpPr>
            <a:cxnSpLocks/>
          </p:cNvCxnSpPr>
          <p:nvPr/>
        </p:nvCxnSpPr>
        <p:spPr>
          <a:xfrm>
            <a:off x="8991346" y="3039132"/>
            <a:ext cx="131827" cy="69828"/>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Connettore diritto 34">
            <a:extLst>
              <a:ext uri="{FF2B5EF4-FFF2-40B4-BE49-F238E27FC236}">
                <a16:creationId xmlns:a16="http://schemas.microsoft.com/office/drawing/2014/main" id="{6720AC23-2B12-036F-8E9E-530280062FCF}"/>
              </a:ext>
            </a:extLst>
          </p:cNvPr>
          <p:cNvCxnSpPr/>
          <p:nvPr/>
        </p:nvCxnSpPr>
        <p:spPr>
          <a:xfrm flipV="1">
            <a:off x="9123173" y="2937356"/>
            <a:ext cx="82955" cy="157585"/>
          </a:xfrm>
          <a:prstGeom prst="line">
            <a:avLst/>
          </a:prstGeom>
        </p:spPr>
        <p:style>
          <a:lnRef idx="2">
            <a:schemeClr val="accent1"/>
          </a:lnRef>
          <a:fillRef idx="0">
            <a:schemeClr val="accent1"/>
          </a:fillRef>
          <a:effectRef idx="1">
            <a:schemeClr val="accent1"/>
          </a:effectRef>
          <a:fontRef idx="minor">
            <a:schemeClr val="tx1"/>
          </a:fontRef>
        </p:style>
      </p:cxnSp>
      <p:cxnSp>
        <p:nvCxnSpPr>
          <p:cNvPr id="39" name="Connettore diritto 38">
            <a:extLst>
              <a:ext uri="{FF2B5EF4-FFF2-40B4-BE49-F238E27FC236}">
                <a16:creationId xmlns:a16="http://schemas.microsoft.com/office/drawing/2014/main" id="{211AF8F5-C242-199E-EEC5-6D022755821F}"/>
              </a:ext>
            </a:extLst>
          </p:cNvPr>
          <p:cNvCxnSpPr/>
          <p:nvPr/>
        </p:nvCxnSpPr>
        <p:spPr>
          <a:xfrm flipV="1">
            <a:off x="8991346" y="2611120"/>
            <a:ext cx="214782" cy="81668"/>
          </a:xfrm>
          <a:prstGeom prst="line">
            <a:avLst/>
          </a:prstGeom>
        </p:spPr>
        <p:style>
          <a:lnRef idx="2">
            <a:schemeClr val="accent1"/>
          </a:lnRef>
          <a:fillRef idx="0">
            <a:schemeClr val="accent1"/>
          </a:fillRef>
          <a:effectRef idx="1">
            <a:schemeClr val="accent1"/>
          </a:effectRef>
          <a:fontRef idx="minor">
            <a:schemeClr val="tx1"/>
          </a:fontRef>
        </p:style>
      </p:cxnSp>
      <p:cxnSp>
        <p:nvCxnSpPr>
          <p:cNvPr id="42" name="Connettore diritto 41">
            <a:extLst>
              <a:ext uri="{FF2B5EF4-FFF2-40B4-BE49-F238E27FC236}">
                <a16:creationId xmlns:a16="http://schemas.microsoft.com/office/drawing/2014/main" id="{C9909868-41D2-96D7-4834-B6C343898CD9}"/>
              </a:ext>
            </a:extLst>
          </p:cNvPr>
          <p:cNvCxnSpPr/>
          <p:nvPr/>
        </p:nvCxnSpPr>
        <p:spPr>
          <a:xfrm flipH="1">
            <a:off x="8564880" y="2779772"/>
            <a:ext cx="294640" cy="114092"/>
          </a:xfrm>
          <a:prstGeom prst="line">
            <a:avLst/>
          </a:prstGeom>
        </p:spPr>
        <p:style>
          <a:lnRef idx="2">
            <a:schemeClr val="accent1"/>
          </a:lnRef>
          <a:fillRef idx="0">
            <a:schemeClr val="accent1"/>
          </a:fillRef>
          <a:effectRef idx="1">
            <a:schemeClr val="accent1"/>
          </a:effectRef>
          <a:fontRef idx="minor">
            <a:schemeClr val="tx1"/>
          </a:fontRef>
        </p:style>
      </p:cxnSp>
      <p:cxnSp>
        <p:nvCxnSpPr>
          <p:cNvPr id="48" name="Connettore diritto 47">
            <a:extLst>
              <a:ext uri="{FF2B5EF4-FFF2-40B4-BE49-F238E27FC236}">
                <a16:creationId xmlns:a16="http://schemas.microsoft.com/office/drawing/2014/main" id="{BFFF8BEA-255F-A2B0-B283-300E1C125890}"/>
              </a:ext>
            </a:extLst>
          </p:cNvPr>
          <p:cNvCxnSpPr/>
          <p:nvPr/>
        </p:nvCxnSpPr>
        <p:spPr>
          <a:xfrm flipH="1">
            <a:off x="8636000" y="3039132"/>
            <a:ext cx="355346" cy="130788"/>
          </a:xfrm>
          <a:prstGeom prst="line">
            <a:avLst/>
          </a:prstGeom>
        </p:spPr>
        <p:style>
          <a:lnRef idx="2">
            <a:schemeClr val="accent1"/>
          </a:lnRef>
          <a:fillRef idx="0">
            <a:schemeClr val="accent1"/>
          </a:fillRef>
          <a:effectRef idx="1">
            <a:schemeClr val="accent1"/>
          </a:effectRef>
          <a:fontRef idx="minor">
            <a:schemeClr val="tx1"/>
          </a:fontRef>
        </p:style>
      </p:cxnSp>
      <p:cxnSp>
        <p:nvCxnSpPr>
          <p:cNvPr id="56" name="Connettore diritto 55">
            <a:extLst>
              <a:ext uri="{FF2B5EF4-FFF2-40B4-BE49-F238E27FC236}">
                <a16:creationId xmlns:a16="http://schemas.microsoft.com/office/drawing/2014/main" id="{545C9715-F128-4468-90F7-EF0788AD2C2C}"/>
              </a:ext>
            </a:extLst>
          </p:cNvPr>
          <p:cNvCxnSpPr/>
          <p:nvPr/>
        </p:nvCxnSpPr>
        <p:spPr>
          <a:xfrm flipV="1">
            <a:off x="9206128" y="2836818"/>
            <a:ext cx="227432" cy="100538"/>
          </a:xfrm>
          <a:prstGeom prst="line">
            <a:avLst/>
          </a:prstGeom>
        </p:spPr>
        <p:style>
          <a:lnRef idx="2">
            <a:schemeClr val="accent1"/>
          </a:lnRef>
          <a:fillRef idx="0">
            <a:schemeClr val="accent1"/>
          </a:fillRef>
          <a:effectRef idx="1">
            <a:schemeClr val="accent1"/>
          </a:effectRef>
          <a:fontRef idx="minor">
            <a:schemeClr val="tx1"/>
          </a:fontRef>
        </p:style>
      </p:cxnSp>
      <p:cxnSp>
        <p:nvCxnSpPr>
          <p:cNvPr id="58" name="Connettore diritto 57">
            <a:extLst>
              <a:ext uri="{FF2B5EF4-FFF2-40B4-BE49-F238E27FC236}">
                <a16:creationId xmlns:a16="http://schemas.microsoft.com/office/drawing/2014/main" id="{F5CCE10B-EAF0-D837-2E8B-AD8C8E3EE161}"/>
              </a:ext>
            </a:extLst>
          </p:cNvPr>
          <p:cNvCxnSpPr>
            <a:cxnSpLocks/>
          </p:cNvCxnSpPr>
          <p:nvPr/>
        </p:nvCxnSpPr>
        <p:spPr>
          <a:xfrm>
            <a:off x="9123173" y="3104526"/>
            <a:ext cx="41477" cy="136514"/>
          </a:xfrm>
          <a:prstGeom prst="line">
            <a:avLst/>
          </a:prstGeom>
        </p:spPr>
        <p:style>
          <a:lnRef idx="2">
            <a:schemeClr val="accent1"/>
          </a:lnRef>
          <a:fillRef idx="0">
            <a:schemeClr val="accent1"/>
          </a:fillRef>
          <a:effectRef idx="1">
            <a:schemeClr val="accent1"/>
          </a:effectRef>
          <a:fontRef idx="minor">
            <a:schemeClr val="tx1"/>
          </a:fontRef>
        </p:style>
      </p:cxnSp>
      <p:cxnSp>
        <p:nvCxnSpPr>
          <p:cNvPr id="60" name="Connettore diritto 59">
            <a:extLst>
              <a:ext uri="{FF2B5EF4-FFF2-40B4-BE49-F238E27FC236}">
                <a16:creationId xmlns:a16="http://schemas.microsoft.com/office/drawing/2014/main" id="{15253A2C-CAD6-86B1-6EAD-C9A2429DDF55}"/>
              </a:ext>
            </a:extLst>
          </p:cNvPr>
          <p:cNvCxnSpPr/>
          <p:nvPr/>
        </p:nvCxnSpPr>
        <p:spPr>
          <a:xfrm flipV="1">
            <a:off x="9164650" y="3169920"/>
            <a:ext cx="268910" cy="66040"/>
          </a:xfrm>
          <a:prstGeom prst="line">
            <a:avLst/>
          </a:prstGeom>
        </p:spPr>
        <p:style>
          <a:lnRef idx="2">
            <a:schemeClr val="accent1"/>
          </a:lnRef>
          <a:fillRef idx="0">
            <a:schemeClr val="accent1"/>
          </a:fillRef>
          <a:effectRef idx="1">
            <a:schemeClr val="accent1"/>
          </a:effectRef>
          <a:fontRef idx="minor">
            <a:schemeClr val="tx1"/>
          </a:fontRef>
        </p:style>
      </p:cxnSp>
      <p:cxnSp>
        <p:nvCxnSpPr>
          <p:cNvPr id="62" name="Connettore diritto 61">
            <a:extLst>
              <a:ext uri="{FF2B5EF4-FFF2-40B4-BE49-F238E27FC236}">
                <a16:creationId xmlns:a16="http://schemas.microsoft.com/office/drawing/2014/main" id="{379E301C-7F85-850B-85C2-F79F04356B48}"/>
              </a:ext>
            </a:extLst>
          </p:cNvPr>
          <p:cNvCxnSpPr/>
          <p:nvPr/>
        </p:nvCxnSpPr>
        <p:spPr>
          <a:xfrm flipH="1">
            <a:off x="8636000" y="3291840"/>
            <a:ext cx="439166" cy="137160"/>
          </a:xfrm>
          <a:prstGeom prst="line">
            <a:avLst/>
          </a:prstGeom>
        </p:spPr>
        <p:style>
          <a:lnRef idx="2">
            <a:schemeClr val="accent1"/>
          </a:lnRef>
          <a:fillRef idx="0">
            <a:schemeClr val="accent1"/>
          </a:fillRef>
          <a:effectRef idx="1">
            <a:schemeClr val="accent1"/>
          </a:effectRef>
          <a:fontRef idx="minor">
            <a:schemeClr val="tx1"/>
          </a:fontRef>
        </p:style>
      </p:cxnSp>
      <p:cxnSp>
        <p:nvCxnSpPr>
          <p:cNvPr id="64" name="Connettore diritto 63">
            <a:extLst>
              <a:ext uri="{FF2B5EF4-FFF2-40B4-BE49-F238E27FC236}">
                <a16:creationId xmlns:a16="http://schemas.microsoft.com/office/drawing/2014/main" id="{FD6F61AF-880D-CBFB-8A73-4479835CD3EF}"/>
              </a:ext>
            </a:extLst>
          </p:cNvPr>
          <p:cNvCxnSpPr/>
          <p:nvPr/>
        </p:nvCxnSpPr>
        <p:spPr>
          <a:xfrm flipV="1">
            <a:off x="8671560" y="3556000"/>
            <a:ext cx="319786" cy="132080"/>
          </a:xfrm>
          <a:prstGeom prst="line">
            <a:avLst/>
          </a:prstGeom>
        </p:spPr>
        <p:style>
          <a:lnRef idx="2">
            <a:schemeClr val="accent1"/>
          </a:lnRef>
          <a:fillRef idx="0">
            <a:schemeClr val="accent1"/>
          </a:fillRef>
          <a:effectRef idx="1">
            <a:schemeClr val="accent1"/>
          </a:effectRef>
          <a:fontRef idx="minor">
            <a:schemeClr val="tx1"/>
          </a:fontRef>
        </p:style>
      </p:cxnSp>
      <p:cxnSp>
        <p:nvCxnSpPr>
          <p:cNvPr id="66" name="Connettore diritto 65">
            <a:extLst>
              <a:ext uri="{FF2B5EF4-FFF2-40B4-BE49-F238E27FC236}">
                <a16:creationId xmlns:a16="http://schemas.microsoft.com/office/drawing/2014/main" id="{C4CF3C09-6A45-0A3A-00C6-4E0391260743}"/>
              </a:ext>
            </a:extLst>
          </p:cNvPr>
          <p:cNvCxnSpPr>
            <a:cxnSpLocks/>
          </p:cNvCxnSpPr>
          <p:nvPr/>
        </p:nvCxnSpPr>
        <p:spPr>
          <a:xfrm flipV="1">
            <a:off x="9075166" y="3386450"/>
            <a:ext cx="424434" cy="121290"/>
          </a:xfrm>
          <a:prstGeom prst="line">
            <a:avLst/>
          </a:prstGeom>
        </p:spPr>
        <p:style>
          <a:lnRef idx="2">
            <a:schemeClr val="accent1"/>
          </a:lnRef>
          <a:fillRef idx="0">
            <a:schemeClr val="accent1"/>
          </a:fillRef>
          <a:effectRef idx="1">
            <a:schemeClr val="accent1"/>
          </a:effectRef>
          <a:fontRef idx="minor">
            <a:schemeClr val="tx1"/>
          </a:fontRef>
        </p:style>
      </p:cxnSp>
      <p:cxnSp>
        <p:nvCxnSpPr>
          <p:cNvPr id="69" name="Connettore diritto 68">
            <a:extLst>
              <a:ext uri="{FF2B5EF4-FFF2-40B4-BE49-F238E27FC236}">
                <a16:creationId xmlns:a16="http://schemas.microsoft.com/office/drawing/2014/main" id="{124FC563-AE8A-EF4C-656A-4AB553442BA5}"/>
              </a:ext>
            </a:extLst>
          </p:cNvPr>
          <p:cNvCxnSpPr>
            <a:cxnSpLocks/>
          </p:cNvCxnSpPr>
          <p:nvPr/>
        </p:nvCxnSpPr>
        <p:spPr>
          <a:xfrm flipV="1">
            <a:off x="8564880" y="3878094"/>
            <a:ext cx="299022" cy="109706"/>
          </a:xfrm>
          <a:prstGeom prst="line">
            <a:avLst/>
          </a:prstGeom>
        </p:spPr>
        <p:style>
          <a:lnRef idx="2">
            <a:schemeClr val="accent1"/>
          </a:lnRef>
          <a:fillRef idx="0">
            <a:schemeClr val="accent1"/>
          </a:fillRef>
          <a:effectRef idx="1">
            <a:schemeClr val="accent1"/>
          </a:effectRef>
          <a:fontRef idx="minor">
            <a:schemeClr val="tx1"/>
          </a:fontRef>
        </p:style>
      </p:cxnSp>
      <p:cxnSp>
        <p:nvCxnSpPr>
          <p:cNvPr id="72" name="Connettore diritto 71">
            <a:extLst>
              <a:ext uri="{FF2B5EF4-FFF2-40B4-BE49-F238E27FC236}">
                <a16:creationId xmlns:a16="http://schemas.microsoft.com/office/drawing/2014/main" id="{13A54874-B47E-7D81-AA88-A9F3E00A8690}"/>
              </a:ext>
            </a:extLst>
          </p:cNvPr>
          <p:cNvCxnSpPr/>
          <p:nvPr/>
        </p:nvCxnSpPr>
        <p:spPr>
          <a:xfrm flipV="1">
            <a:off x="9027160" y="3733800"/>
            <a:ext cx="218440" cy="101600"/>
          </a:xfrm>
          <a:prstGeom prst="line">
            <a:avLst/>
          </a:prstGeom>
        </p:spPr>
        <p:style>
          <a:lnRef idx="2">
            <a:schemeClr val="accent1"/>
          </a:lnRef>
          <a:fillRef idx="0">
            <a:schemeClr val="accent1"/>
          </a:fillRef>
          <a:effectRef idx="1">
            <a:schemeClr val="accent1"/>
          </a:effectRef>
          <a:fontRef idx="minor">
            <a:schemeClr val="tx1"/>
          </a:fontRef>
        </p:style>
      </p:cxnSp>
      <p:sp>
        <p:nvSpPr>
          <p:cNvPr id="78" name="Ovale 77">
            <a:extLst>
              <a:ext uri="{FF2B5EF4-FFF2-40B4-BE49-F238E27FC236}">
                <a16:creationId xmlns:a16="http://schemas.microsoft.com/office/drawing/2014/main" id="{A8FCBE62-A6D4-D926-A3A2-091B4354818B}"/>
              </a:ext>
            </a:extLst>
          </p:cNvPr>
          <p:cNvSpPr/>
          <p:nvPr/>
        </p:nvSpPr>
        <p:spPr>
          <a:xfrm>
            <a:off x="8509150" y="2871452"/>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79" name="Ovale 78">
            <a:extLst>
              <a:ext uri="{FF2B5EF4-FFF2-40B4-BE49-F238E27FC236}">
                <a16:creationId xmlns:a16="http://schemas.microsoft.com/office/drawing/2014/main" id="{69372A4A-6387-9179-E86A-E03C73DC18CB}"/>
              </a:ext>
            </a:extLst>
          </p:cNvPr>
          <p:cNvSpPr/>
          <p:nvPr/>
        </p:nvSpPr>
        <p:spPr>
          <a:xfrm>
            <a:off x="8657182" y="2810658"/>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1" name="Ovale 80">
            <a:extLst>
              <a:ext uri="{FF2B5EF4-FFF2-40B4-BE49-F238E27FC236}">
                <a16:creationId xmlns:a16="http://schemas.microsoft.com/office/drawing/2014/main" id="{3D4BDFCD-CEC4-01C5-95B5-812C95B22075}"/>
              </a:ext>
            </a:extLst>
          </p:cNvPr>
          <p:cNvSpPr/>
          <p:nvPr/>
        </p:nvSpPr>
        <p:spPr>
          <a:xfrm>
            <a:off x="8816689" y="2762394"/>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2" name="Ovale 81">
            <a:extLst>
              <a:ext uri="{FF2B5EF4-FFF2-40B4-BE49-F238E27FC236}">
                <a16:creationId xmlns:a16="http://schemas.microsoft.com/office/drawing/2014/main" id="{AEFC78ED-058A-1144-6117-AD2D6B2D84E9}"/>
              </a:ext>
            </a:extLst>
          </p:cNvPr>
          <p:cNvSpPr/>
          <p:nvPr/>
        </p:nvSpPr>
        <p:spPr>
          <a:xfrm>
            <a:off x="8955346" y="2677173"/>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3" name="Ovale 82">
            <a:extLst>
              <a:ext uri="{FF2B5EF4-FFF2-40B4-BE49-F238E27FC236}">
                <a16:creationId xmlns:a16="http://schemas.microsoft.com/office/drawing/2014/main" id="{1864F168-42F9-41DF-E93A-ACD85702D326}"/>
              </a:ext>
            </a:extLst>
          </p:cNvPr>
          <p:cNvSpPr/>
          <p:nvPr/>
        </p:nvSpPr>
        <p:spPr>
          <a:xfrm>
            <a:off x="9051173" y="2614572"/>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4" name="Ovale 83">
            <a:extLst>
              <a:ext uri="{FF2B5EF4-FFF2-40B4-BE49-F238E27FC236}">
                <a16:creationId xmlns:a16="http://schemas.microsoft.com/office/drawing/2014/main" id="{AFC6B905-9A08-3973-2051-9890856015BA}"/>
              </a:ext>
            </a:extLst>
          </p:cNvPr>
          <p:cNvSpPr/>
          <p:nvPr/>
        </p:nvSpPr>
        <p:spPr>
          <a:xfrm>
            <a:off x="9196360" y="2568254"/>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5" name="Ovale 84">
            <a:extLst>
              <a:ext uri="{FF2B5EF4-FFF2-40B4-BE49-F238E27FC236}">
                <a16:creationId xmlns:a16="http://schemas.microsoft.com/office/drawing/2014/main" id="{646A5382-24AC-A7C7-21DA-B1D04F028828}"/>
              </a:ext>
            </a:extLst>
          </p:cNvPr>
          <p:cNvSpPr/>
          <p:nvPr/>
        </p:nvSpPr>
        <p:spPr>
          <a:xfrm>
            <a:off x="8600186" y="3128424"/>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6" name="Ovale 85">
            <a:extLst>
              <a:ext uri="{FF2B5EF4-FFF2-40B4-BE49-F238E27FC236}">
                <a16:creationId xmlns:a16="http://schemas.microsoft.com/office/drawing/2014/main" id="{D12C77C6-32D4-A271-208D-E0E7340F9440}"/>
              </a:ext>
            </a:extLst>
          </p:cNvPr>
          <p:cNvSpPr/>
          <p:nvPr/>
        </p:nvSpPr>
        <p:spPr>
          <a:xfrm>
            <a:off x="9410449" y="2806662"/>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7" name="Ovale 86">
            <a:extLst>
              <a:ext uri="{FF2B5EF4-FFF2-40B4-BE49-F238E27FC236}">
                <a16:creationId xmlns:a16="http://schemas.microsoft.com/office/drawing/2014/main" id="{E62FC3FB-8D68-6070-E1E3-8589E5613EF9}"/>
              </a:ext>
            </a:extLst>
          </p:cNvPr>
          <p:cNvSpPr/>
          <p:nvPr/>
        </p:nvSpPr>
        <p:spPr>
          <a:xfrm>
            <a:off x="9291494" y="2853164"/>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8" name="Ovale 87">
            <a:extLst>
              <a:ext uri="{FF2B5EF4-FFF2-40B4-BE49-F238E27FC236}">
                <a16:creationId xmlns:a16="http://schemas.microsoft.com/office/drawing/2014/main" id="{B030495A-FB61-AB79-8888-EDB6120A12F0}"/>
              </a:ext>
            </a:extLst>
          </p:cNvPr>
          <p:cNvSpPr/>
          <p:nvPr/>
        </p:nvSpPr>
        <p:spPr>
          <a:xfrm>
            <a:off x="9164650" y="2913445"/>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89" name="Ovale 88">
            <a:extLst>
              <a:ext uri="{FF2B5EF4-FFF2-40B4-BE49-F238E27FC236}">
                <a16:creationId xmlns:a16="http://schemas.microsoft.com/office/drawing/2014/main" id="{E204A31F-6B49-DA10-EBCD-F9C717459D5D}"/>
              </a:ext>
            </a:extLst>
          </p:cNvPr>
          <p:cNvSpPr/>
          <p:nvPr/>
        </p:nvSpPr>
        <p:spPr>
          <a:xfrm>
            <a:off x="8949573" y="3022941"/>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0" name="Ovale 89">
            <a:extLst>
              <a:ext uri="{FF2B5EF4-FFF2-40B4-BE49-F238E27FC236}">
                <a16:creationId xmlns:a16="http://schemas.microsoft.com/office/drawing/2014/main" id="{3129BBD5-CCD7-AECD-52D8-D25D050D2174}"/>
              </a:ext>
            </a:extLst>
          </p:cNvPr>
          <p:cNvSpPr/>
          <p:nvPr/>
        </p:nvSpPr>
        <p:spPr>
          <a:xfrm>
            <a:off x="9143911" y="3194013"/>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1" name="Ovale 90">
            <a:extLst>
              <a:ext uri="{FF2B5EF4-FFF2-40B4-BE49-F238E27FC236}">
                <a16:creationId xmlns:a16="http://schemas.microsoft.com/office/drawing/2014/main" id="{7C827421-205C-6675-1B25-90919A7DBAEC}"/>
              </a:ext>
            </a:extLst>
          </p:cNvPr>
          <p:cNvSpPr/>
          <p:nvPr/>
        </p:nvSpPr>
        <p:spPr>
          <a:xfrm>
            <a:off x="8831453" y="3054497"/>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2" name="Ovale 91">
            <a:extLst>
              <a:ext uri="{FF2B5EF4-FFF2-40B4-BE49-F238E27FC236}">
                <a16:creationId xmlns:a16="http://schemas.microsoft.com/office/drawing/2014/main" id="{5871FEA4-ACF0-9889-B50B-B55D5910F5C1}"/>
              </a:ext>
            </a:extLst>
          </p:cNvPr>
          <p:cNvSpPr/>
          <p:nvPr/>
        </p:nvSpPr>
        <p:spPr>
          <a:xfrm>
            <a:off x="8729548" y="3090497"/>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3" name="Ovale 92">
            <a:extLst>
              <a:ext uri="{FF2B5EF4-FFF2-40B4-BE49-F238E27FC236}">
                <a16:creationId xmlns:a16="http://schemas.microsoft.com/office/drawing/2014/main" id="{2BBFF0AE-FA7A-570D-544C-574E95836238}"/>
              </a:ext>
            </a:extLst>
          </p:cNvPr>
          <p:cNvSpPr/>
          <p:nvPr/>
        </p:nvSpPr>
        <p:spPr>
          <a:xfrm>
            <a:off x="9260400" y="3175581"/>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4" name="Ovale 93">
            <a:extLst>
              <a:ext uri="{FF2B5EF4-FFF2-40B4-BE49-F238E27FC236}">
                <a16:creationId xmlns:a16="http://schemas.microsoft.com/office/drawing/2014/main" id="{BD0F798E-6DBC-7006-F89B-0508909AA06E}"/>
              </a:ext>
            </a:extLst>
          </p:cNvPr>
          <p:cNvSpPr/>
          <p:nvPr/>
        </p:nvSpPr>
        <p:spPr>
          <a:xfrm>
            <a:off x="9392150" y="3126666"/>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5" name="Ovale 94">
            <a:extLst>
              <a:ext uri="{FF2B5EF4-FFF2-40B4-BE49-F238E27FC236}">
                <a16:creationId xmlns:a16="http://schemas.microsoft.com/office/drawing/2014/main" id="{C571089F-573D-FAF7-2AB8-D1FF8FA260C6}"/>
              </a:ext>
            </a:extLst>
          </p:cNvPr>
          <p:cNvSpPr/>
          <p:nvPr/>
        </p:nvSpPr>
        <p:spPr>
          <a:xfrm>
            <a:off x="9041499" y="3485453"/>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6" name="Ovale 95">
            <a:extLst>
              <a:ext uri="{FF2B5EF4-FFF2-40B4-BE49-F238E27FC236}">
                <a16:creationId xmlns:a16="http://schemas.microsoft.com/office/drawing/2014/main" id="{AFCDF73E-3597-AB18-496F-A4F1B21505B4}"/>
              </a:ext>
            </a:extLst>
          </p:cNvPr>
          <p:cNvSpPr/>
          <p:nvPr/>
        </p:nvSpPr>
        <p:spPr>
          <a:xfrm>
            <a:off x="9196360" y="3431941"/>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7" name="Ovale 96">
            <a:extLst>
              <a:ext uri="{FF2B5EF4-FFF2-40B4-BE49-F238E27FC236}">
                <a16:creationId xmlns:a16="http://schemas.microsoft.com/office/drawing/2014/main" id="{2F5471BB-2EA4-DCF2-CFC2-8D75182153A9}"/>
              </a:ext>
            </a:extLst>
          </p:cNvPr>
          <p:cNvSpPr/>
          <p:nvPr/>
        </p:nvSpPr>
        <p:spPr>
          <a:xfrm>
            <a:off x="9327494" y="3393170"/>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98" name="Ovale 97">
            <a:extLst>
              <a:ext uri="{FF2B5EF4-FFF2-40B4-BE49-F238E27FC236}">
                <a16:creationId xmlns:a16="http://schemas.microsoft.com/office/drawing/2014/main" id="{224CA1F6-AC4A-EE5A-1865-EFA1FD58F130}"/>
              </a:ext>
            </a:extLst>
          </p:cNvPr>
          <p:cNvSpPr/>
          <p:nvPr/>
        </p:nvSpPr>
        <p:spPr>
          <a:xfrm>
            <a:off x="9477653" y="3357170"/>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0" name="Ovale 99">
            <a:extLst>
              <a:ext uri="{FF2B5EF4-FFF2-40B4-BE49-F238E27FC236}">
                <a16:creationId xmlns:a16="http://schemas.microsoft.com/office/drawing/2014/main" id="{F9E4F782-E028-45E2-E6B2-8C8072349337}"/>
              </a:ext>
            </a:extLst>
          </p:cNvPr>
          <p:cNvSpPr/>
          <p:nvPr/>
        </p:nvSpPr>
        <p:spPr>
          <a:xfrm>
            <a:off x="8600000" y="3395941"/>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1" name="Ovale 100">
            <a:extLst>
              <a:ext uri="{FF2B5EF4-FFF2-40B4-BE49-F238E27FC236}">
                <a16:creationId xmlns:a16="http://schemas.microsoft.com/office/drawing/2014/main" id="{B223D997-5C65-18F0-90B5-6DCAB74273A1}"/>
              </a:ext>
            </a:extLst>
          </p:cNvPr>
          <p:cNvSpPr/>
          <p:nvPr/>
        </p:nvSpPr>
        <p:spPr>
          <a:xfrm>
            <a:off x="8763517" y="3352511"/>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2" name="Ovale 101">
            <a:extLst>
              <a:ext uri="{FF2B5EF4-FFF2-40B4-BE49-F238E27FC236}">
                <a16:creationId xmlns:a16="http://schemas.microsoft.com/office/drawing/2014/main" id="{37E1ED86-126B-C5A9-90E4-9821F9164D3A}"/>
              </a:ext>
            </a:extLst>
          </p:cNvPr>
          <p:cNvSpPr/>
          <p:nvPr/>
        </p:nvSpPr>
        <p:spPr>
          <a:xfrm>
            <a:off x="8886612" y="3321170"/>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3" name="Ovale 102">
            <a:extLst>
              <a:ext uri="{FF2B5EF4-FFF2-40B4-BE49-F238E27FC236}">
                <a16:creationId xmlns:a16="http://schemas.microsoft.com/office/drawing/2014/main" id="{C1B2D7F1-6D17-7D0E-4CE7-A7E1A0ACB116}"/>
              </a:ext>
            </a:extLst>
          </p:cNvPr>
          <p:cNvSpPr/>
          <p:nvPr/>
        </p:nvSpPr>
        <p:spPr>
          <a:xfrm>
            <a:off x="9027379" y="3256069"/>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4" name="Ovale 103">
            <a:extLst>
              <a:ext uri="{FF2B5EF4-FFF2-40B4-BE49-F238E27FC236}">
                <a16:creationId xmlns:a16="http://schemas.microsoft.com/office/drawing/2014/main" id="{F5114DC6-09F7-5AB3-27E0-473652D8AB90}"/>
              </a:ext>
            </a:extLst>
          </p:cNvPr>
          <p:cNvSpPr/>
          <p:nvPr/>
        </p:nvSpPr>
        <p:spPr>
          <a:xfrm>
            <a:off x="8922612" y="3531117"/>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5" name="Ovale 104">
            <a:extLst>
              <a:ext uri="{FF2B5EF4-FFF2-40B4-BE49-F238E27FC236}">
                <a16:creationId xmlns:a16="http://schemas.microsoft.com/office/drawing/2014/main" id="{4EC0B1F3-C191-62E6-F382-65FD2A052D04}"/>
              </a:ext>
            </a:extLst>
          </p:cNvPr>
          <p:cNvSpPr/>
          <p:nvPr/>
        </p:nvSpPr>
        <p:spPr>
          <a:xfrm>
            <a:off x="8790373" y="3590824"/>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6" name="Ovale 105">
            <a:extLst>
              <a:ext uri="{FF2B5EF4-FFF2-40B4-BE49-F238E27FC236}">
                <a16:creationId xmlns:a16="http://schemas.microsoft.com/office/drawing/2014/main" id="{C6417DB6-6D37-09F6-FA6C-B5799CC365E6}"/>
              </a:ext>
            </a:extLst>
          </p:cNvPr>
          <p:cNvSpPr/>
          <p:nvPr/>
        </p:nvSpPr>
        <p:spPr>
          <a:xfrm>
            <a:off x="8673533" y="3646195"/>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7" name="Ovale 106">
            <a:extLst>
              <a:ext uri="{FF2B5EF4-FFF2-40B4-BE49-F238E27FC236}">
                <a16:creationId xmlns:a16="http://schemas.microsoft.com/office/drawing/2014/main" id="{2BBA8548-4321-3CA3-16AB-06A3790326D9}"/>
              </a:ext>
            </a:extLst>
          </p:cNvPr>
          <p:cNvSpPr/>
          <p:nvPr/>
        </p:nvSpPr>
        <p:spPr>
          <a:xfrm>
            <a:off x="9002876" y="3803495"/>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08" name="Ovale 107">
            <a:extLst>
              <a:ext uri="{FF2B5EF4-FFF2-40B4-BE49-F238E27FC236}">
                <a16:creationId xmlns:a16="http://schemas.microsoft.com/office/drawing/2014/main" id="{126887EC-7DDE-DC56-C676-DC3281DC5CE7}"/>
              </a:ext>
            </a:extLst>
          </p:cNvPr>
          <p:cNvSpPr/>
          <p:nvPr/>
        </p:nvSpPr>
        <p:spPr>
          <a:xfrm>
            <a:off x="9118985" y="3753912"/>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0" name="Ovale 109">
            <a:extLst>
              <a:ext uri="{FF2B5EF4-FFF2-40B4-BE49-F238E27FC236}">
                <a16:creationId xmlns:a16="http://schemas.microsoft.com/office/drawing/2014/main" id="{A4574E26-A9A6-CEDB-86DD-F20947A59988}"/>
              </a:ext>
            </a:extLst>
          </p:cNvPr>
          <p:cNvSpPr/>
          <p:nvPr/>
        </p:nvSpPr>
        <p:spPr>
          <a:xfrm>
            <a:off x="9234158" y="3706261"/>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1" name="Ovale 110">
            <a:extLst>
              <a:ext uri="{FF2B5EF4-FFF2-40B4-BE49-F238E27FC236}">
                <a16:creationId xmlns:a16="http://schemas.microsoft.com/office/drawing/2014/main" id="{D45C2921-D22D-6415-3CF4-4F02B8403AC0}"/>
              </a:ext>
            </a:extLst>
          </p:cNvPr>
          <p:cNvSpPr/>
          <p:nvPr/>
        </p:nvSpPr>
        <p:spPr>
          <a:xfrm>
            <a:off x="8545150" y="3945742"/>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2" name="Ovale 111">
            <a:extLst>
              <a:ext uri="{FF2B5EF4-FFF2-40B4-BE49-F238E27FC236}">
                <a16:creationId xmlns:a16="http://schemas.microsoft.com/office/drawing/2014/main" id="{816A847A-9C74-6032-56D6-571E9F5181AB}"/>
              </a:ext>
            </a:extLst>
          </p:cNvPr>
          <p:cNvSpPr/>
          <p:nvPr/>
        </p:nvSpPr>
        <p:spPr>
          <a:xfrm>
            <a:off x="8837883" y="3847148"/>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3" name="Ovale 112">
            <a:extLst>
              <a:ext uri="{FF2B5EF4-FFF2-40B4-BE49-F238E27FC236}">
                <a16:creationId xmlns:a16="http://schemas.microsoft.com/office/drawing/2014/main" id="{972CDEDC-28B0-90F6-C806-7C74CC276A47}"/>
              </a:ext>
            </a:extLst>
          </p:cNvPr>
          <p:cNvSpPr/>
          <p:nvPr/>
        </p:nvSpPr>
        <p:spPr>
          <a:xfrm>
            <a:off x="8711760" y="3901344"/>
            <a:ext cx="72000" cy="72000"/>
          </a:xfrm>
          <a:prstGeom prst="ellips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6" name="CasellaDiTesto 115">
            <a:extLst>
              <a:ext uri="{FF2B5EF4-FFF2-40B4-BE49-F238E27FC236}">
                <a16:creationId xmlns:a16="http://schemas.microsoft.com/office/drawing/2014/main" id="{5A502A69-255B-D317-B32A-DDFF468497FA}"/>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21" name="CasellaDiTesto 120">
            <a:extLst>
              <a:ext uri="{FF2B5EF4-FFF2-40B4-BE49-F238E27FC236}">
                <a16:creationId xmlns:a16="http://schemas.microsoft.com/office/drawing/2014/main" id="{4A6A79EF-C63D-8599-D941-9C9C8D1E9CFD}"/>
              </a:ext>
            </a:extLst>
          </p:cNvPr>
          <p:cNvSpPr txBox="1"/>
          <p:nvPr/>
        </p:nvSpPr>
        <p:spPr>
          <a:xfrm>
            <a:off x="695325"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pic>
        <p:nvPicPr>
          <p:cNvPr id="122" name="Picture 2">
            <a:extLst>
              <a:ext uri="{FF2B5EF4-FFF2-40B4-BE49-F238E27FC236}">
                <a16:creationId xmlns:a16="http://schemas.microsoft.com/office/drawing/2014/main" id="{9B9661AF-23F2-250A-424B-59D0A14663C0}"/>
              </a:ext>
            </a:extLst>
          </p:cNvPr>
          <p:cNvPicPr>
            <a:picLocks noChangeAspect="1" noChangeArrowheads="1"/>
          </p:cNvPicPr>
          <p:nvPr/>
        </p:nvPicPr>
        <p:blipFill rotWithShape="1">
          <a:blip r:embed="rId11">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297882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8E6DBE-916A-0F1A-0CD7-01B6C3F7936F}"/>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0D417579-FCC1-0B0E-EDD2-ECA4CF60CACE}"/>
              </a:ext>
            </a:extLst>
          </p:cNvPr>
          <p:cNvSpPr/>
          <p:nvPr/>
        </p:nvSpPr>
        <p:spPr>
          <a:xfrm>
            <a:off x="-2"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BF7817FB-0A85-41B7-3A41-FCB5C55897E6}"/>
              </a:ext>
            </a:extLst>
          </p:cNvPr>
          <p:cNvSpPr txBox="1"/>
          <p:nvPr/>
        </p:nvSpPr>
        <p:spPr>
          <a:xfrm>
            <a:off x="695325" y="549275"/>
            <a:ext cx="7921279" cy="1138773"/>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Market Analysis</a:t>
            </a:r>
          </a:p>
          <a:p>
            <a:r>
              <a:rPr lang="en-GB" sz="2400">
                <a:solidFill>
                  <a:schemeClr val="accent1">
                    <a:lumMod val="40000"/>
                    <a:lumOff val="60000"/>
                  </a:schemeClr>
                </a:solidFill>
                <a:latin typeface="Satoshi" pitchFamily="50" charset="0"/>
                <a:cs typeface="Times New Roman" panose="02020603050405020304" pitchFamily="18" charset="0"/>
              </a:rPr>
              <a:t>Italy’s strategic momentum </a:t>
            </a:r>
            <a:r>
              <a:rPr lang="it-IT" sz="2400">
                <a:solidFill>
                  <a:schemeClr val="accent1">
                    <a:lumMod val="40000"/>
                    <a:lumOff val="60000"/>
                  </a:schemeClr>
                </a:solidFill>
                <a:latin typeface="Satoshi" pitchFamily="50" charset="0"/>
              </a:rPr>
              <a:t>in </a:t>
            </a:r>
            <a:r>
              <a:rPr lang="it-IT" sz="2400" err="1">
                <a:solidFill>
                  <a:schemeClr val="accent1">
                    <a:lumMod val="40000"/>
                    <a:lumOff val="60000"/>
                  </a:schemeClr>
                </a:solidFill>
                <a:latin typeface="Satoshi" pitchFamily="50" charset="0"/>
              </a:rPr>
              <a:t>floating</a:t>
            </a:r>
            <a:r>
              <a:rPr lang="it-IT" sz="2400">
                <a:solidFill>
                  <a:schemeClr val="accent1">
                    <a:lumMod val="40000"/>
                    <a:lumOff val="60000"/>
                  </a:schemeClr>
                </a:solidFill>
                <a:latin typeface="Satoshi" pitchFamily="50" charset="0"/>
              </a:rPr>
              <a:t> offshore wind</a:t>
            </a:r>
            <a:endParaRPr lang="en-GB" sz="2400" noProof="0">
              <a:solidFill>
                <a:schemeClr val="accent1">
                  <a:lumMod val="40000"/>
                  <a:lumOff val="60000"/>
                </a:schemeClr>
              </a:solidFill>
              <a:latin typeface="Satoshi" pitchFamily="50" charset="0"/>
              <a:cs typeface="Times New Roman" panose="02020603050405020304" pitchFamily="18" charset="0"/>
            </a:endParaRPr>
          </a:p>
        </p:txBody>
      </p:sp>
      <p:sp>
        <p:nvSpPr>
          <p:cNvPr id="2" name="CasellaDiTesto 1">
            <a:extLst>
              <a:ext uri="{FF2B5EF4-FFF2-40B4-BE49-F238E27FC236}">
                <a16:creationId xmlns:a16="http://schemas.microsoft.com/office/drawing/2014/main" id="{CE66FF8A-56B1-1B8C-24DE-B630574A7E36}"/>
              </a:ext>
            </a:extLst>
          </p:cNvPr>
          <p:cNvSpPr txBox="1"/>
          <p:nvPr/>
        </p:nvSpPr>
        <p:spPr>
          <a:xfrm>
            <a:off x="695325" y="1728361"/>
            <a:ext cx="6213475" cy="4585871"/>
          </a:xfrm>
          <a:prstGeom prst="rect">
            <a:avLst/>
          </a:prstGeom>
          <a:noFill/>
        </p:spPr>
        <p:txBody>
          <a:bodyPr wrap="square" rtlCol="0">
            <a:spAutoFit/>
          </a:bodyPr>
          <a:lstStyle/>
          <a:p>
            <a:pPr marL="342900" indent="-342900" algn="just">
              <a:buFont typeface="Arial" panose="020B0604020202020204" pitchFamily="34" charset="0"/>
              <a:buChar char="•"/>
            </a:pPr>
            <a:r>
              <a:rPr lang="it-IT" b="1">
                <a:solidFill>
                  <a:schemeClr val="accent1">
                    <a:lumMod val="60000"/>
                    <a:lumOff val="40000"/>
                  </a:schemeClr>
                </a:solidFill>
                <a:latin typeface="Satoshi" pitchFamily="50" charset="0"/>
              </a:rPr>
              <a:t>Global Standing </a:t>
            </a:r>
          </a:p>
          <a:p>
            <a:pPr marL="355600" algn="just">
              <a:spcAft>
                <a:spcPts val="1200"/>
              </a:spcAft>
            </a:pPr>
            <a:r>
              <a:rPr lang="it-IT" err="1">
                <a:solidFill>
                  <a:schemeClr val="accent4">
                    <a:lumMod val="20000"/>
                    <a:lumOff val="80000"/>
                  </a:schemeClr>
                </a:solidFill>
                <a:latin typeface="Satoshi" pitchFamily="50" charset="0"/>
              </a:rPr>
              <a:t>Italy</a:t>
            </a:r>
            <a:r>
              <a:rPr lang="it-IT">
                <a:solidFill>
                  <a:schemeClr val="accent4">
                    <a:lumMod val="20000"/>
                    <a:lumOff val="80000"/>
                  </a:schemeClr>
                </a:solidFill>
                <a:latin typeface="Satoshi" pitchFamily="50" charset="0"/>
              </a:rPr>
              <a:t> </a:t>
            </a:r>
            <a:r>
              <a:rPr lang="it-IT" err="1">
                <a:solidFill>
                  <a:schemeClr val="accent4">
                    <a:lumMod val="20000"/>
                    <a:lumOff val="80000"/>
                  </a:schemeClr>
                </a:solidFill>
                <a:latin typeface="Satoshi" pitchFamily="50" charset="0"/>
              </a:rPr>
              <a:t>ranks</a:t>
            </a:r>
            <a:r>
              <a:rPr lang="it-IT">
                <a:solidFill>
                  <a:schemeClr val="accent4">
                    <a:lumMod val="20000"/>
                    <a:lumOff val="80000"/>
                  </a:schemeClr>
                </a:solidFill>
                <a:latin typeface="Satoshi" pitchFamily="50" charset="0"/>
              </a:rPr>
              <a:t> 3rd </a:t>
            </a:r>
            <a:r>
              <a:rPr lang="it-IT" err="1">
                <a:solidFill>
                  <a:schemeClr val="accent4">
                    <a:lumMod val="20000"/>
                    <a:lumOff val="80000"/>
                  </a:schemeClr>
                </a:solidFill>
                <a:latin typeface="Satoshi" pitchFamily="50" charset="0"/>
              </a:rPr>
              <a:t>worldwide</a:t>
            </a:r>
            <a:r>
              <a:rPr lang="it-IT">
                <a:solidFill>
                  <a:schemeClr val="accent4">
                    <a:lumMod val="20000"/>
                    <a:lumOff val="80000"/>
                  </a:schemeClr>
                </a:solidFill>
                <a:latin typeface="Satoshi" pitchFamily="50" charset="0"/>
              </a:rPr>
              <a:t> for </a:t>
            </a:r>
            <a:r>
              <a:rPr lang="it-IT" err="1">
                <a:solidFill>
                  <a:schemeClr val="accent4">
                    <a:lumMod val="20000"/>
                    <a:lumOff val="80000"/>
                  </a:schemeClr>
                </a:solidFill>
                <a:latin typeface="Satoshi" pitchFamily="50" charset="0"/>
              </a:rPr>
              <a:t>floating</a:t>
            </a:r>
            <a:r>
              <a:rPr lang="it-IT">
                <a:solidFill>
                  <a:schemeClr val="accent4">
                    <a:lumMod val="20000"/>
                    <a:lumOff val="80000"/>
                  </a:schemeClr>
                </a:solidFill>
                <a:latin typeface="Satoshi" pitchFamily="50" charset="0"/>
              </a:rPr>
              <a:t> offshore wind </a:t>
            </a:r>
            <a:r>
              <a:rPr lang="it-IT" err="1">
                <a:solidFill>
                  <a:schemeClr val="accent4">
                    <a:lumMod val="20000"/>
                    <a:lumOff val="80000"/>
                  </a:schemeClr>
                </a:solidFill>
                <a:latin typeface="Satoshi" pitchFamily="50" charset="0"/>
              </a:rPr>
              <a:t>potential</a:t>
            </a:r>
            <a:r>
              <a:rPr lang="it-IT">
                <a:solidFill>
                  <a:schemeClr val="accent4">
                    <a:lumMod val="20000"/>
                    <a:lumOff val="80000"/>
                  </a:schemeClr>
                </a:solidFill>
                <a:latin typeface="Satoshi" pitchFamily="50" charset="0"/>
              </a:rPr>
              <a:t> (207.3 GW). </a:t>
            </a:r>
          </a:p>
          <a:p>
            <a:pPr marL="342900" indent="-342900" algn="just">
              <a:buFont typeface="Arial" panose="020B0604020202020204" pitchFamily="34" charset="0"/>
              <a:buChar char="•"/>
            </a:pPr>
            <a:r>
              <a:rPr lang="it-IT" b="1" err="1">
                <a:solidFill>
                  <a:schemeClr val="accent1">
                    <a:lumMod val="60000"/>
                    <a:lumOff val="40000"/>
                  </a:schemeClr>
                </a:solidFill>
                <a:latin typeface="Satoshi" pitchFamily="50" charset="0"/>
              </a:rPr>
              <a:t>Current</a:t>
            </a:r>
            <a:r>
              <a:rPr lang="it-IT" b="1">
                <a:solidFill>
                  <a:schemeClr val="accent1">
                    <a:lumMod val="60000"/>
                    <a:lumOff val="40000"/>
                  </a:schemeClr>
                </a:solidFill>
                <a:latin typeface="Satoshi" pitchFamily="50" charset="0"/>
              </a:rPr>
              <a:t> Gap</a:t>
            </a:r>
          </a:p>
          <a:p>
            <a:pPr indent="355600" algn="just">
              <a:spcAft>
                <a:spcPts val="1200"/>
              </a:spcAft>
            </a:pPr>
            <a:r>
              <a:rPr lang="it-IT" err="1">
                <a:solidFill>
                  <a:schemeClr val="accent4">
                    <a:lumMod val="20000"/>
                    <a:lumOff val="80000"/>
                  </a:schemeClr>
                </a:solidFill>
                <a:latin typeface="Satoshi" pitchFamily="50" charset="0"/>
              </a:rPr>
              <a:t>Only</a:t>
            </a:r>
            <a:r>
              <a:rPr lang="it-IT">
                <a:solidFill>
                  <a:schemeClr val="accent4">
                    <a:lumMod val="20000"/>
                    <a:lumOff val="80000"/>
                  </a:schemeClr>
                </a:solidFill>
                <a:latin typeface="Satoshi" pitchFamily="50" charset="0"/>
              </a:rPr>
              <a:t> 30 MW </a:t>
            </a:r>
            <a:r>
              <a:rPr lang="it-IT" err="1">
                <a:solidFill>
                  <a:schemeClr val="accent4">
                    <a:lumMod val="20000"/>
                    <a:lumOff val="80000"/>
                  </a:schemeClr>
                </a:solidFill>
                <a:latin typeface="Satoshi" pitchFamily="50" charset="0"/>
              </a:rPr>
              <a:t>installed</a:t>
            </a:r>
            <a:r>
              <a:rPr lang="it-IT">
                <a:solidFill>
                  <a:schemeClr val="accent4">
                    <a:lumMod val="20000"/>
                    <a:lumOff val="80000"/>
                  </a:schemeClr>
                </a:solidFill>
                <a:latin typeface="Satoshi" pitchFamily="50" charset="0"/>
              </a:rPr>
              <a:t> versus &gt;70 GW under </a:t>
            </a:r>
            <a:r>
              <a:rPr lang="it-IT" err="1">
                <a:solidFill>
                  <a:schemeClr val="accent4">
                    <a:lumMod val="20000"/>
                    <a:lumOff val="80000"/>
                  </a:schemeClr>
                </a:solidFill>
                <a:latin typeface="Satoshi" pitchFamily="50" charset="0"/>
              </a:rPr>
              <a:t>evaluation</a:t>
            </a:r>
            <a:r>
              <a:rPr lang="it-IT">
                <a:solidFill>
                  <a:schemeClr val="accent4">
                    <a:lumMod val="20000"/>
                    <a:lumOff val="80000"/>
                  </a:schemeClr>
                </a:solidFill>
                <a:latin typeface="Satoshi" pitchFamily="50" charset="0"/>
              </a:rPr>
              <a:t>.</a:t>
            </a:r>
          </a:p>
          <a:p>
            <a:pPr marL="342900" indent="-342900" algn="just">
              <a:buFont typeface="Arial" panose="020B0604020202020204" pitchFamily="34" charset="0"/>
              <a:buChar char="•"/>
            </a:pPr>
            <a:r>
              <a:rPr lang="it-IT" b="1">
                <a:solidFill>
                  <a:schemeClr val="accent1">
                    <a:lumMod val="60000"/>
                    <a:lumOff val="40000"/>
                  </a:schemeClr>
                </a:solidFill>
                <a:latin typeface="Satoshi" pitchFamily="50" charset="0"/>
              </a:rPr>
              <a:t>Strategic </a:t>
            </a:r>
            <a:r>
              <a:rPr lang="it-IT" b="1" err="1">
                <a:solidFill>
                  <a:schemeClr val="accent1">
                    <a:lumMod val="60000"/>
                    <a:lumOff val="40000"/>
                  </a:schemeClr>
                </a:solidFill>
                <a:latin typeface="Satoshi" pitchFamily="50" charset="0"/>
              </a:rPr>
              <a:t>Advantages</a:t>
            </a:r>
            <a:endParaRPr lang="it-IT" b="1">
              <a:solidFill>
                <a:schemeClr val="accent1">
                  <a:lumMod val="60000"/>
                  <a:lumOff val="40000"/>
                </a:schemeClr>
              </a:solidFill>
              <a:latin typeface="Satoshi" pitchFamily="50" charset="0"/>
            </a:endParaRPr>
          </a:p>
          <a:p>
            <a:pPr marL="355600" algn="just">
              <a:spcAft>
                <a:spcPts val="1200"/>
              </a:spcAft>
            </a:pPr>
            <a:r>
              <a:rPr lang="it-IT">
                <a:solidFill>
                  <a:schemeClr val="accent4">
                    <a:lumMod val="20000"/>
                    <a:lumOff val="80000"/>
                  </a:schemeClr>
                </a:solidFill>
                <a:latin typeface="Satoshi" pitchFamily="50" charset="0"/>
              </a:rPr>
              <a:t>8000 km </a:t>
            </a:r>
            <a:r>
              <a:rPr lang="it-IT" err="1">
                <a:solidFill>
                  <a:schemeClr val="accent4">
                    <a:lumMod val="20000"/>
                    <a:lumOff val="80000"/>
                  </a:schemeClr>
                </a:solidFill>
                <a:latin typeface="Satoshi" pitchFamily="50" charset="0"/>
              </a:rPr>
              <a:t>coastline</a:t>
            </a:r>
            <a:r>
              <a:rPr lang="it-IT">
                <a:solidFill>
                  <a:schemeClr val="accent4">
                    <a:lumMod val="20000"/>
                    <a:lumOff val="80000"/>
                  </a:schemeClr>
                </a:solidFill>
                <a:latin typeface="Satoshi" pitchFamily="50" charset="0"/>
              </a:rPr>
              <a:t>, major ports, </a:t>
            </a:r>
            <a:r>
              <a:rPr lang="it-IT" err="1">
                <a:solidFill>
                  <a:schemeClr val="accent4">
                    <a:lumMod val="20000"/>
                    <a:lumOff val="80000"/>
                  </a:schemeClr>
                </a:solidFill>
                <a:latin typeface="Satoshi" pitchFamily="50" charset="0"/>
              </a:rPr>
              <a:t>shipyards</a:t>
            </a:r>
            <a:r>
              <a:rPr lang="it-IT">
                <a:solidFill>
                  <a:schemeClr val="accent4">
                    <a:lumMod val="20000"/>
                    <a:lumOff val="80000"/>
                  </a:schemeClr>
                </a:solidFill>
                <a:latin typeface="Satoshi" pitchFamily="50" charset="0"/>
              </a:rPr>
              <a:t>, </a:t>
            </a:r>
            <a:r>
              <a:rPr lang="it-IT" err="1">
                <a:solidFill>
                  <a:schemeClr val="accent4">
                    <a:lumMod val="20000"/>
                    <a:lumOff val="80000"/>
                  </a:schemeClr>
                </a:solidFill>
                <a:latin typeface="Satoshi" pitchFamily="50" charset="0"/>
              </a:rPr>
              <a:t>skilled</a:t>
            </a:r>
            <a:r>
              <a:rPr lang="it-IT">
                <a:solidFill>
                  <a:schemeClr val="accent4">
                    <a:lumMod val="20000"/>
                    <a:lumOff val="80000"/>
                  </a:schemeClr>
                </a:solidFill>
                <a:latin typeface="Satoshi" pitchFamily="50" charset="0"/>
              </a:rPr>
              <a:t> </a:t>
            </a:r>
            <a:r>
              <a:rPr lang="it-IT" err="1">
                <a:solidFill>
                  <a:schemeClr val="accent4">
                    <a:lumMod val="20000"/>
                    <a:lumOff val="80000"/>
                  </a:schemeClr>
                </a:solidFill>
                <a:latin typeface="Satoshi" pitchFamily="50" charset="0"/>
              </a:rPr>
              <a:t>maritime</a:t>
            </a:r>
            <a:r>
              <a:rPr lang="it-IT">
                <a:solidFill>
                  <a:schemeClr val="accent4">
                    <a:lumMod val="20000"/>
                    <a:lumOff val="80000"/>
                  </a:schemeClr>
                </a:solidFill>
                <a:latin typeface="Satoshi" pitchFamily="50" charset="0"/>
              </a:rPr>
              <a:t> </a:t>
            </a:r>
            <a:r>
              <a:rPr lang="it-IT" err="1">
                <a:solidFill>
                  <a:schemeClr val="accent4">
                    <a:lumMod val="20000"/>
                    <a:lumOff val="80000"/>
                  </a:schemeClr>
                </a:solidFill>
                <a:latin typeface="Satoshi" pitchFamily="50" charset="0"/>
              </a:rPr>
              <a:t>sector</a:t>
            </a:r>
            <a:r>
              <a:rPr lang="it-IT">
                <a:solidFill>
                  <a:schemeClr val="accent4">
                    <a:lumMod val="20000"/>
                    <a:lumOff val="80000"/>
                  </a:schemeClr>
                </a:solidFill>
                <a:latin typeface="Satoshi" pitchFamily="50" charset="0"/>
              </a:rPr>
              <a:t>.</a:t>
            </a:r>
          </a:p>
          <a:p>
            <a:pPr marL="342900" indent="-342900" algn="just">
              <a:buFont typeface="Arial" panose="020B0604020202020204" pitchFamily="34" charset="0"/>
              <a:buChar char="•"/>
            </a:pPr>
            <a:r>
              <a:rPr lang="it-IT" b="1">
                <a:solidFill>
                  <a:schemeClr val="accent1">
                    <a:lumMod val="60000"/>
                    <a:lumOff val="40000"/>
                  </a:schemeClr>
                </a:solidFill>
                <a:latin typeface="Satoshi" pitchFamily="50" charset="0"/>
              </a:rPr>
              <a:t>Investment Outlook</a:t>
            </a:r>
          </a:p>
          <a:p>
            <a:pPr marL="355600" algn="just">
              <a:spcAft>
                <a:spcPts val="1200"/>
              </a:spcAft>
            </a:pPr>
            <a:r>
              <a:rPr lang="it-IT" err="1">
                <a:solidFill>
                  <a:schemeClr val="accent4">
                    <a:lumMod val="20000"/>
                    <a:lumOff val="80000"/>
                  </a:schemeClr>
                </a:solidFill>
                <a:latin typeface="Satoshi" pitchFamily="50" charset="0"/>
              </a:rPr>
              <a:t>Updated</a:t>
            </a:r>
            <a:r>
              <a:rPr lang="it-IT">
                <a:solidFill>
                  <a:schemeClr val="accent4">
                    <a:lumMod val="20000"/>
                    <a:lumOff val="80000"/>
                  </a:schemeClr>
                </a:solidFill>
                <a:latin typeface="Satoshi" pitchFamily="50" charset="0"/>
              </a:rPr>
              <a:t> incentives and supply-chain </a:t>
            </a:r>
            <a:r>
              <a:rPr lang="it-IT" err="1">
                <a:solidFill>
                  <a:schemeClr val="accent4">
                    <a:lumMod val="20000"/>
                    <a:lumOff val="80000"/>
                  </a:schemeClr>
                </a:solidFill>
                <a:latin typeface="Satoshi" pitchFamily="50" charset="0"/>
              </a:rPr>
              <a:t>consolidation</a:t>
            </a:r>
            <a:r>
              <a:rPr lang="it-IT">
                <a:solidFill>
                  <a:schemeClr val="accent4">
                    <a:lumMod val="20000"/>
                    <a:lumOff val="80000"/>
                  </a:schemeClr>
                </a:solidFill>
                <a:latin typeface="Satoshi" pitchFamily="50" charset="0"/>
              </a:rPr>
              <a:t> support </a:t>
            </a:r>
            <a:r>
              <a:rPr lang="it-IT" err="1">
                <a:solidFill>
                  <a:schemeClr val="accent4">
                    <a:lumMod val="20000"/>
                    <a:lumOff val="80000"/>
                  </a:schemeClr>
                </a:solidFill>
                <a:latin typeface="Satoshi" pitchFamily="50" charset="0"/>
              </a:rPr>
              <a:t>rapid</a:t>
            </a:r>
            <a:r>
              <a:rPr lang="it-IT">
                <a:solidFill>
                  <a:schemeClr val="accent4">
                    <a:lumMod val="20000"/>
                    <a:lumOff val="80000"/>
                  </a:schemeClr>
                </a:solidFill>
                <a:latin typeface="Satoshi" pitchFamily="50" charset="0"/>
              </a:rPr>
              <a:t> </a:t>
            </a:r>
            <a:r>
              <a:rPr lang="it-IT" err="1">
                <a:solidFill>
                  <a:schemeClr val="accent4">
                    <a:lumMod val="20000"/>
                    <a:lumOff val="80000"/>
                  </a:schemeClr>
                </a:solidFill>
                <a:latin typeface="Satoshi" pitchFamily="50" charset="0"/>
              </a:rPr>
              <a:t>growth</a:t>
            </a:r>
            <a:r>
              <a:rPr lang="it-IT">
                <a:solidFill>
                  <a:schemeClr val="accent4">
                    <a:lumMod val="20000"/>
                    <a:lumOff val="80000"/>
                  </a:schemeClr>
                </a:solidFill>
                <a:latin typeface="Satoshi" pitchFamily="50" charset="0"/>
              </a:rPr>
              <a:t>.</a:t>
            </a:r>
          </a:p>
          <a:p>
            <a:pPr marL="342900" indent="-342900" algn="just">
              <a:buFont typeface="Arial" panose="020B0604020202020204" pitchFamily="34" charset="0"/>
              <a:buChar char="•"/>
            </a:pPr>
            <a:r>
              <a:rPr lang="it-IT" b="1" err="1">
                <a:solidFill>
                  <a:schemeClr val="accent1">
                    <a:lumMod val="60000"/>
                    <a:lumOff val="40000"/>
                  </a:schemeClr>
                </a:solidFill>
                <a:latin typeface="Satoshi" pitchFamily="50" charset="0"/>
              </a:rPr>
              <a:t>Sicily</a:t>
            </a:r>
            <a:r>
              <a:rPr lang="it-IT" b="1">
                <a:solidFill>
                  <a:schemeClr val="accent1">
                    <a:lumMod val="60000"/>
                    <a:lumOff val="40000"/>
                  </a:schemeClr>
                </a:solidFill>
                <a:latin typeface="Satoshi" pitchFamily="50" charset="0"/>
              </a:rPr>
              <a:t> </a:t>
            </a:r>
            <a:r>
              <a:rPr lang="it-IT" b="1" err="1">
                <a:solidFill>
                  <a:schemeClr val="accent1">
                    <a:lumMod val="60000"/>
                    <a:lumOff val="40000"/>
                  </a:schemeClr>
                </a:solidFill>
                <a:latin typeface="Satoshi" pitchFamily="50" charset="0"/>
              </a:rPr>
              <a:t>as</a:t>
            </a:r>
            <a:r>
              <a:rPr lang="it-IT" b="1">
                <a:solidFill>
                  <a:schemeClr val="accent1">
                    <a:lumMod val="60000"/>
                    <a:lumOff val="40000"/>
                  </a:schemeClr>
                </a:solidFill>
                <a:latin typeface="Satoshi" pitchFamily="50" charset="0"/>
              </a:rPr>
              <a:t> a Hub</a:t>
            </a:r>
          </a:p>
          <a:p>
            <a:pPr marL="355600" algn="just"/>
            <a:r>
              <a:rPr lang="it-IT">
                <a:solidFill>
                  <a:schemeClr val="accent4">
                    <a:lumMod val="20000"/>
                    <a:lumOff val="80000"/>
                  </a:schemeClr>
                </a:solidFill>
                <a:latin typeface="Satoshi" pitchFamily="50" charset="0"/>
              </a:rPr>
              <a:t>Strong </a:t>
            </a:r>
            <a:r>
              <a:rPr lang="it-IT" err="1">
                <a:solidFill>
                  <a:schemeClr val="accent4">
                    <a:lumMod val="20000"/>
                    <a:lumOff val="80000"/>
                  </a:schemeClr>
                </a:solidFill>
                <a:latin typeface="Satoshi" pitchFamily="50" charset="0"/>
              </a:rPr>
              <a:t>winds</a:t>
            </a:r>
            <a:r>
              <a:rPr lang="it-IT">
                <a:solidFill>
                  <a:schemeClr val="accent4">
                    <a:lumMod val="20000"/>
                    <a:lumOff val="80000"/>
                  </a:schemeClr>
                </a:solidFill>
                <a:latin typeface="Satoshi" pitchFamily="50" charset="0"/>
              </a:rPr>
              <a:t>, deep </a:t>
            </a:r>
            <a:r>
              <a:rPr lang="it-IT" err="1">
                <a:solidFill>
                  <a:schemeClr val="accent4">
                    <a:lumMod val="20000"/>
                    <a:lumOff val="80000"/>
                  </a:schemeClr>
                </a:solidFill>
                <a:latin typeface="Satoshi" pitchFamily="50" charset="0"/>
              </a:rPr>
              <a:t>waters</a:t>
            </a:r>
            <a:r>
              <a:rPr lang="it-IT">
                <a:solidFill>
                  <a:schemeClr val="accent4">
                    <a:lumMod val="20000"/>
                    <a:lumOff val="80000"/>
                  </a:schemeClr>
                </a:solidFill>
                <a:latin typeface="Satoshi" pitchFamily="50" charset="0"/>
              </a:rPr>
              <a:t>, </a:t>
            </a:r>
            <a:r>
              <a:rPr lang="it-IT" err="1">
                <a:solidFill>
                  <a:schemeClr val="accent4">
                    <a:lumMod val="20000"/>
                    <a:lumOff val="80000"/>
                  </a:schemeClr>
                </a:solidFill>
                <a:latin typeface="Satoshi" pitchFamily="50" charset="0"/>
              </a:rPr>
              <a:t>ideal</a:t>
            </a:r>
            <a:r>
              <a:rPr lang="it-IT">
                <a:solidFill>
                  <a:schemeClr val="accent4">
                    <a:lumMod val="20000"/>
                    <a:lumOff val="80000"/>
                  </a:schemeClr>
                </a:solidFill>
                <a:latin typeface="Satoshi" pitchFamily="50" charset="0"/>
              </a:rPr>
              <a:t> for </a:t>
            </a:r>
            <a:r>
              <a:rPr lang="it-IT" err="1">
                <a:solidFill>
                  <a:schemeClr val="accent4">
                    <a:lumMod val="20000"/>
                    <a:lumOff val="80000"/>
                  </a:schemeClr>
                </a:solidFill>
                <a:latin typeface="Satoshi" pitchFamily="50" charset="0"/>
              </a:rPr>
              <a:t>floating</a:t>
            </a:r>
            <a:r>
              <a:rPr lang="it-IT">
                <a:solidFill>
                  <a:schemeClr val="accent4">
                    <a:lumMod val="20000"/>
                    <a:lumOff val="80000"/>
                  </a:schemeClr>
                </a:solidFill>
                <a:latin typeface="Satoshi" pitchFamily="50" charset="0"/>
              </a:rPr>
              <a:t> </a:t>
            </a:r>
            <a:r>
              <a:rPr lang="it-IT" err="1">
                <a:solidFill>
                  <a:schemeClr val="accent4">
                    <a:lumMod val="20000"/>
                    <a:lumOff val="80000"/>
                  </a:schemeClr>
                </a:solidFill>
                <a:latin typeface="Satoshi" pitchFamily="50" charset="0"/>
              </a:rPr>
              <a:t>foundations</a:t>
            </a:r>
            <a:r>
              <a:rPr lang="it-IT">
                <a:solidFill>
                  <a:schemeClr val="accent4">
                    <a:lumMod val="20000"/>
                    <a:lumOff val="80000"/>
                  </a:schemeClr>
                </a:solidFill>
              </a:rPr>
              <a:t>.</a:t>
            </a:r>
          </a:p>
        </p:txBody>
      </p:sp>
      <p:pic>
        <p:nvPicPr>
          <p:cNvPr id="8" name="Immagine 7">
            <a:extLst>
              <a:ext uri="{FF2B5EF4-FFF2-40B4-BE49-F238E27FC236}">
                <a16:creationId xmlns:a16="http://schemas.microsoft.com/office/drawing/2014/main" id="{6F02FF3E-DB32-999F-63AC-E0998D413BE5}"/>
              </a:ext>
            </a:extLst>
          </p:cNvPr>
          <p:cNvPicPr>
            <a:picLocks noChangeAspect="1"/>
          </p:cNvPicPr>
          <p:nvPr/>
        </p:nvPicPr>
        <p:blipFill>
          <a:blip r:embed="rId3"/>
          <a:srcRect t="4697" r="6819" b="4306"/>
          <a:stretch>
            <a:fillRect/>
          </a:stretch>
        </p:blipFill>
        <p:spPr>
          <a:xfrm>
            <a:off x="7899688" y="1688048"/>
            <a:ext cx="3358515" cy="4497293"/>
          </a:xfrm>
          <a:prstGeom prst="roundRect">
            <a:avLst>
              <a:gd name="adj" fmla="val 6233"/>
            </a:avLst>
          </a:prstGeom>
        </p:spPr>
      </p:pic>
      <p:sp>
        <p:nvSpPr>
          <p:cNvPr id="9" name="CasellaDiTesto 8">
            <a:extLst>
              <a:ext uri="{FF2B5EF4-FFF2-40B4-BE49-F238E27FC236}">
                <a16:creationId xmlns:a16="http://schemas.microsoft.com/office/drawing/2014/main" id="{8B55166A-6285-B3DB-3B74-1D9D79607614}"/>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0" name="CasellaDiTesto 9">
            <a:extLst>
              <a:ext uri="{FF2B5EF4-FFF2-40B4-BE49-F238E27FC236}">
                <a16:creationId xmlns:a16="http://schemas.microsoft.com/office/drawing/2014/main" id="{C19BA5DB-095D-2F3B-5A89-632C33F7A835}"/>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pic>
        <p:nvPicPr>
          <p:cNvPr id="11" name="Picture 2">
            <a:extLst>
              <a:ext uri="{FF2B5EF4-FFF2-40B4-BE49-F238E27FC236}">
                <a16:creationId xmlns:a16="http://schemas.microsoft.com/office/drawing/2014/main" id="{3A963140-3743-E1CB-06CE-245512F7A56B}"/>
              </a:ext>
            </a:extLst>
          </p:cNvPr>
          <p:cNvPicPr>
            <a:picLocks noChangeAspect="1" noChangeArrowheads="1"/>
          </p:cNvPicPr>
          <p:nvPr/>
        </p:nvPicPr>
        <p:blipFill rotWithShape="1">
          <a:blip r:embed="rId4">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135477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0FFB97-BCE6-9E47-C919-EA4657E604AB}"/>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7381EEE5-37C5-1087-6877-E84732B01F52}"/>
              </a:ext>
            </a:extLst>
          </p:cNvPr>
          <p:cNvSpPr/>
          <p:nvPr/>
        </p:nvSpPr>
        <p:spPr>
          <a:xfrm>
            <a:off x="0"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05307B0A-FC2D-AA64-C09C-A23128DABC0A}"/>
              </a:ext>
            </a:extLst>
          </p:cNvPr>
          <p:cNvSpPr txBox="1"/>
          <p:nvPr/>
        </p:nvSpPr>
        <p:spPr>
          <a:xfrm>
            <a:off x="724881" y="549276"/>
            <a:ext cx="6244880"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Regulatory Framework</a:t>
            </a:r>
          </a:p>
        </p:txBody>
      </p:sp>
      <p:sp>
        <p:nvSpPr>
          <p:cNvPr id="2" name="CasellaDiTesto 1">
            <a:extLst>
              <a:ext uri="{FF2B5EF4-FFF2-40B4-BE49-F238E27FC236}">
                <a16:creationId xmlns:a16="http://schemas.microsoft.com/office/drawing/2014/main" id="{BCD9B0C6-A1CE-BD51-520E-34815BC02CE5}"/>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3" name="CasellaDiTesto 2">
            <a:extLst>
              <a:ext uri="{FF2B5EF4-FFF2-40B4-BE49-F238E27FC236}">
                <a16:creationId xmlns:a16="http://schemas.microsoft.com/office/drawing/2014/main" id="{A045269E-09A0-B41F-0BB9-1832E8334753}"/>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6" name="CasellaDiTesto 5">
            <a:extLst>
              <a:ext uri="{FF2B5EF4-FFF2-40B4-BE49-F238E27FC236}">
                <a16:creationId xmlns:a16="http://schemas.microsoft.com/office/drawing/2014/main" id="{2B1FCEA1-253F-D555-B991-F4657C0EEE4A}"/>
              </a:ext>
            </a:extLst>
          </p:cNvPr>
          <p:cNvSpPr txBox="1"/>
          <p:nvPr/>
        </p:nvSpPr>
        <p:spPr>
          <a:xfrm>
            <a:off x="724881" y="1393300"/>
            <a:ext cx="10808307" cy="3851054"/>
          </a:xfrm>
          <a:prstGeom prst="rect">
            <a:avLst/>
          </a:prstGeom>
          <a:noFill/>
        </p:spPr>
        <p:txBody>
          <a:bodyPr wrap="square" lIns="91440" tIns="45720" rIns="91440" bIns="45720" rtlCol="0" anchor="t">
            <a:spAutoFit/>
          </a:bodyPr>
          <a:lstStyle/>
          <a:p>
            <a:pPr>
              <a:spcAft>
                <a:spcPts val="1200"/>
              </a:spcAft>
            </a:pPr>
            <a:r>
              <a:rPr lang="en-US" sz="2400">
                <a:solidFill>
                  <a:schemeClr val="accent4">
                    <a:lumMod val="20000"/>
                    <a:lumOff val="80000"/>
                  </a:schemeClr>
                </a:solidFill>
                <a:latin typeface="Satoshi" pitchFamily="50" charset="0"/>
              </a:rPr>
              <a:t>The development of a 495 MW floating offshore wind farm requires compliance with a wide regulatory  framework:</a:t>
            </a:r>
          </a:p>
          <a:p>
            <a:pPr marL="285750" indent="-285750">
              <a:lnSpc>
                <a:spcPct val="150000"/>
              </a:lnSpc>
              <a:buFont typeface="Arial" panose="020B0604020202020204" pitchFamily="34" charset="0"/>
              <a:buChar char="•"/>
            </a:pPr>
            <a:r>
              <a:rPr lang="en-US" b="1">
                <a:solidFill>
                  <a:schemeClr val="accent1">
                    <a:lumMod val="60000"/>
                    <a:lumOff val="40000"/>
                  </a:schemeClr>
                </a:solidFill>
                <a:latin typeface="Satoshi" pitchFamily="50" charset="0"/>
              </a:rPr>
              <a:t>PNRR </a:t>
            </a:r>
            <a:r>
              <a:rPr lang="en-US">
                <a:solidFill>
                  <a:srgbClr val="CAEEFB"/>
                </a:solidFill>
                <a:latin typeface="Satoshi" pitchFamily="50" charset="0"/>
              </a:rPr>
              <a:t>(National Recovery and Resilience Plan)</a:t>
            </a:r>
          </a:p>
          <a:p>
            <a:pPr marL="285750" indent="-285750">
              <a:lnSpc>
                <a:spcPct val="150000"/>
              </a:lnSpc>
              <a:buFont typeface="Arial" panose="020B0604020202020204" pitchFamily="34" charset="0"/>
              <a:buChar char="•"/>
            </a:pPr>
            <a:r>
              <a:rPr lang="en-US" b="1">
                <a:solidFill>
                  <a:schemeClr val="accent1">
                    <a:lumMod val="60000"/>
                    <a:lumOff val="40000"/>
                  </a:schemeClr>
                </a:solidFill>
                <a:latin typeface="Satoshi" pitchFamily="50" charset="0"/>
              </a:rPr>
              <a:t>PNIEC </a:t>
            </a:r>
            <a:r>
              <a:rPr lang="en-US">
                <a:solidFill>
                  <a:srgbClr val="CAEEFB"/>
                </a:solidFill>
                <a:latin typeface="Satoshi" pitchFamily="50" charset="0"/>
              </a:rPr>
              <a:t>(Integrated National Energy and Climate Plan)</a:t>
            </a:r>
          </a:p>
          <a:p>
            <a:pPr marL="285750" indent="-285750">
              <a:lnSpc>
                <a:spcPct val="150000"/>
              </a:lnSpc>
              <a:buFont typeface="Arial" panose="020B0604020202020204" pitchFamily="34" charset="0"/>
              <a:buChar char="•"/>
            </a:pPr>
            <a:r>
              <a:rPr lang="en-US" b="1">
                <a:solidFill>
                  <a:schemeClr val="accent1">
                    <a:lumMod val="60000"/>
                    <a:lumOff val="40000"/>
                  </a:schemeClr>
                </a:solidFill>
                <a:latin typeface="Satoshi" pitchFamily="50" charset="0"/>
              </a:rPr>
              <a:t>FER2 DECREE : </a:t>
            </a:r>
            <a:r>
              <a:rPr lang="it-IT" err="1">
                <a:solidFill>
                  <a:srgbClr val="CAEEFB"/>
                </a:solidFill>
                <a:latin typeface="Satoshi" pitchFamily="50" charset="0"/>
              </a:rPr>
              <a:t>Ensures</a:t>
            </a:r>
            <a:r>
              <a:rPr lang="it-IT">
                <a:solidFill>
                  <a:srgbClr val="CAEEFB"/>
                </a:solidFill>
                <a:latin typeface="Satoshi" pitchFamily="50" charset="0"/>
              </a:rPr>
              <a:t> </a:t>
            </a:r>
            <a:r>
              <a:rPr lang="it-IT" err="1">
                <a:solidFill>
                  <a:srgbClr val="CAEEFB"/>
                </a:solidFill>
                <a:latin typeface="Satoshi" pitchFamily="50" charset="0"/>
              </a:rPr>
              <a:t>bankability</a:t>
            </a:r>
            <a:r>
              <a:rPr lang="it-IT">
                <a:solidFill>
                  <a:srgbClr val="CAEEFB"/>
                </a:solidFill>
                <a:latin typeface="Satoshi" pitchFamily="50" charset="0"/>
              </a:rPr>
              <a:t> (25-year incentives). </a:t>
            </a:r>
            <a:endParaRPr lang="en-US">
              <a:solidFill>
                <a:srgbClr val="CAEEFB"/>
              </a:solidFill>
              <a:latin typeface="Satoshi" pitchFamily="50" charset="0"/>
            </a:endParaRPr>
          </a:p>
          <a:p>
            <a:pPr marL="285750" indent="-285750">
              <a:lnSpc>
                <a:spcPct val="150000"/>
              </a:lnSpc>
              <a:buFont typeface="Arial" panose="020B0604020202020204" pitchFamily="34" charset="0"/>
              <a:buChar char="•"/>
            </a:pPr>
            <a:r>
              <a:rPr lang="en-US" b="1">
                <a:solidFill>
                  <a:schemeClr val="accent1">
                    <a:lumMod val="60000"/>
                    <a:lumOff val="40000"/>
                  </a:schemeClr>
                </a:solidFill>
                <a:latin typeface="Satoshi" pitchFamily="50" charset="0"/>
              </a:rPr>
              <a:t>Legislative Decree No. 190/2024, Article 9, Annex C</a:t>
            </a:r>
            <a:r>
              <a:rPr lang="en-US">
                <a:solidFill>
                  <a:srgbClr val="CAEEFB"/>
                </a:solidFill>
                <a:latin typeface="Satoshi" pitchFamily="50" charset="0"/>
              </a:rPr>
              <a:t>: our field is &gt; 300 MW, so its authorization is managed by MASE.</a:t>
            </a:r>
          </a:p>
          <a:p>
            <a:pPr marL="285750" indent="-285750">
              <a:lnSpc>
                <a:spcPct val="150000"/>
              </a:lnSpc>
              <a:buFont typeface="Arial" panose="020B0604020202020204" pitchFamily="34" charset="0"/>
              <a:buChar char="•"/>
            </a:pPr>
            <a:r>
              <a:rPr lang="en-US" b="1">
                <a:solidFill>
                  <a:srgbClr val="3CADE0"/>
                </a:solidFill>
                <a:latin typeface="Satoshi" pitchFamily="50" charset="0"/>
              </a:rPr>
              <a:t>Grid connection: </a:t>
            </a:r>
            <a:r>
              <a:rPr lang="it-IT">
                <a:solidFill>
                  <a:srgbClr val="CAEEFB"/>
                </a:solidFill>
                <a:latin typeface="Satoshi" pitchFamily="50" charset="0"/>
              </a:rPr>
              <a:t>Connection to Terna "SE Pantano 380" </a:t>
            </a:r>
            <a:r>
              <a:rPr lang="it-IT" err="1">
                <a:solidFill>
                  <a:srgbClr val="CAEEFB"/>
                </a:solidFill>
                <a:latin typeface="Satoshi" pitchFamily="50" charset="0"/>
              </a:rPr>
              <a:t>substation</a:t>
            </a:r>
            <a:r>
              <a:rPr lang="it-IT">
                <a:solidFill>
                  <a:srgbClr val="CAEEFB"/>
                </a:solidFill>
                <a:latin typeface="Satoshi" pitchFamily="50" charset="0"/>
              </a:rPr>
              <a:t>.</a:t>
            </a:r>
          </a:p>
          <a:p>
            <a:pPr marL="285750" indent="-285750">
              <a:lnSpc>
                <a:spcPct val="150000"/>
              </a:lnSpc>
              <a:buFont typeface="Arial" panose="020B0604020202020204" pitchFamily="34" charset="0"/>
              <a:buChar char="•"/>
            </a:pPr>
            <a:r>
              <a:rPr lang="en-US" b="1">
                <a:solidFill>
                  <a:srgbClr val="3CADE0"/>
                </a:solidFill>
                <a:latin typeface="Satoshi" pitchFamily="50" charset="0"/>
              </a:rPr>
              <a:t>Sustainability</a:t>
            </a:r>
            <a:r>
              <a:rPr lang="en-US">
                <a:solidFill>
                  <a:srgbClr val="3CADE0"/>
                </a:solidFill>
                <a:latin typeface="Satoshi" pitchFamily="50" charset="0"/>
              </a:rPr>
              <a:t>: </a:t>
            </a:r>
            <a:r>
              <a:rPr lang="en-US">
                <a:solidFill>
                  <a:srgbClr val="CAEEFB"/>
                </a:solidFill>
                <a:latin typeface="Satoshi" pitchFamily="50" charset="0"/>
              </a:rPr>
              <a:t>No interference with Natura 2000 or fisheries.</a:t>
            </a:r>
          </a:p>
        </p:txBody>
      </p:sp>
      <p:pic>
        <p:nvPicPr>
          <p:cNvPr id="7" name="Picture 2">
            <a:extLst>
              <a:ext uri="{FF2B5EF4-FFF2-40B4-BE49-F238E27FC236}">
                <a16:creationId xmlns:a16="http://schemas.microsoft.com/office/drawing/2014/main" id="{3498B445-53DD-15B8-9215-4CF747C72A93}"/>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4694777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5A2C6C-388A-5FD1-89AD-137B0DB8AD5B}"/>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0D0106BA-0DCA-83F7-F026-A19778A41E63}"/>
              </a:ext>
            </a:extLst>
          </p:cNvPr>
          <p:cNvSpPr/>
          <p:nvPr/>
        </p:nvSpPr>
        <p:spPr>
          <a:xfrm>
            <a:off x="0" y="8969"/>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44758C1F-1049-432D-DD75-57558129A6FA}"/>
              </a:ext>
            </a:extLst>
          </p:cNvPr>
          <p:cNvSpPr txBox="1"/>
          <p:nvPr/>
        </p:nvSpPr>
        <p:spPr>
          <a:xfrm>
            <a:off x="695325" y="549275"/>
            <a:ext cx="6417599"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Environmental Impact</a:t>
            </a:r>
          </a:p>
        </p:txBody>
      </p:sp>
      <p:sp>
        <p:nvSpPr>
          <p:cNvPr id="7" name="Figura a mano libera: forma 6">
            <a:extLst>
              <a:ext uri="{FF2B5EF4-FFF2-40B4-BE49-F238E27FC236}">
                <a16:creationId xmlns:a16="http://schemas.microsoft.com/office/drawing/2014/main" id="{EEA577D5-D8E6-E801-295C-D70F251D3CF5}"/>
              </a:ext>
            </a:extLst>
          </p:cNvPr>
          <p:cNvSpPr/>
          <p:nvPr/>
        </p:nvSpPr>
        <p:spPr>
          <a:xfrm>
            <a:off x="840000" y="1318716"/>
            <a:ext cx="10584000" cy="4716000"/>
          </a:xfrm>
          <a:custGeom>
            <a:avLst/>
            <a:gdLst>
              <a:gd name="csX0" fmla="*/ 5220000 w 10584000"/>
              <a:gd name="csY0" fmla="*/ 0 h 4716000"/>
              <a:gd name="csX1" fmla="*/ 5292000 w 10584000"/>
              <a:gd name="csY1" fmla="*/ 0 h 4716000"/>
              <a:gd name="csX2" fmla="*/ 5292000 w 10584000"/>
              <a:gd name="csY2" fmla="*/ 2074284 h 4716000"/>
              <a:gd name="csX3" fmla="*/ 10584000 w 10584000"/>
              <a:gd name="csY3" fmla="*/ 2074284 h 4716000"/>
              <a:gd name="csX4" fmla="*/ 10584000 w 10584000"/>
              <a:gd name="csY4" fmla="*/ 2146284 h 4716000"/>
              <a:gd name="csX5" fmla="*/ 5292000 w 10584000"/>
              <a:gd name="csY5" fmla="*/ 2146284 h 4716000"/>
              <a:gd name="csX6" fmla="*/ 5292000 w 10584000"/>
              <a:gd name="csY6" fmla="*/ 4716000 h 4716000"/>
              <a:gd name="csX7" fmla="*/ 5220000 w 10584000"/>
              <a:gd name="csY7" fmla="*/ 4716000 h 4716000"/>
              <a:gd name="csX8" fmla="*/ 5220000 w 10584000"/>
              <a:gd name="csY8" fmla="*/ 2146284 h 4716000"/>
              <a:gd name="csX9" fmla="*/ 0 w 10584000"/>
              <a:gd name="csY9" fmla="*/ 2146284 h 4716000"/>
              <a:gd name="csX10" fmla="*/ 0 w 10584000"/>
              <a:gd name="csY10" fmla="*/ 2074284 h 4716000"/>
              <a:gd name="csX11" fmla="*/ 5220000 w 10584000"/>
              <a:gd name="csY11" fmla="*/ 2074284 h 4716000"/>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10584000" h="4716000">
                <a:moveTo>
                  <a:pt x="5220000" y="0"/>
                </a:moveTo>
                <a:lnTo>
                  <a:pt x="5292000" y="0"/>
                </a:lnTo>
                <a:lnTo>
                  <a:pt x="5292000" y="2074284"/>
                </a:lnTo>
                <a:lnTo>
                  <a:pt x="10584000" y="2074284"/>
                </a:lnTo>
                <a:lnTo>
                  <a:pt x="10584000" y="2146284"/>
                </a:lnTo>
                <a:lnTo>
                  <a:pt x="5292000" y="2146284"/>
                </a:lnTo>
                <a:lnTo>
                  <a:pt x="5292000" y="4716000"/>
                </a:lnTo>
                <a:lnTo>
                  <a:pt x="5220000" y="4716000"/>
                </a:lnTo>
                <a:lnTo>
                  <a:pt x="5220000" y="2146284"/>
                </a:lnTo>
                <a:lnTo>
                  <a:pt x="0" y="2146284"/>
                </a:lnTo>
                <a:lnTo>
                  <a:pt x="0" y="2074284"/>
                </a:lnTo>
                <a:lnTo>
                  <a:pt x="5220000" y="2074284"/>
                </a:lnTo>
                <a:close/>
              </a:path>
            </a:pathLst>
          </a:custGeom>
          <a:solidFill>
            <a:srgbClr val="3CADE0">
              <a:alpha val="50196"/>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it-IT"/>
          </a:p>
        </p:txBody>
      </p:sp>
      <p:sp>
        <p:nvSpPr>
          <p:cNvPr id="8" name="CasellaDiTesto 7">
            <a:extLst>
              <a:ext uri="{FF2B5EF4-FFF2-40B4-BE49-F238E27FC236}">
                <a16:creationId xmlns:a16="http://schemas.microsoft.com/office/drawing/2014/main" id="{2EBF58E4-8099-5E32-4E53-C5F6B865054B}"/>
              </a:ext>
            </a:extLst>
          </p:cNvPr>
          <p:cNvSpPr txBox="1"/>
          <p:nvPr/>
        </p:nvSpPr>
        <p:spPr>
          <a:xfrm>
            <a:off x="1940435" y="1465672"/>
            <a:ext cx="3108960" cy="461665"/>
          </a:xfrm>
          <a:prstGeom prst="rect">
            <a:avLst/>
          </a:prstGeom>
          <a:noFill/>
        </p:spPr>
        <p:txBody>
          <a:bodyPr wrap="square" rtlCol="0">
            <a:spAutoFit/>
          </a:bodyPr>
          <a:lstStyle/>
          <a:p>
            <a:r>
              <a:rPr lang="it-IT" sz="2400" b="1">
                <a:solidFill>
                  <a:schemeClr val="accent4">
                    <a:lumMod val="60000"/>
                    <a:lumOff val="40000"/>
                  </a:schemeClr>
                </a:solidFill>
                <a:latin typeface="Satoshi" pitchFamily="50" charset="0"/>
              </a:rPr>
              <a:t>Impact on air </a:t>
            </a:r>
            <a:r>
              <a:rPr lang="it-IT" sz="2400" b="1" err="1">
                <a:solidFill>
                  <a:schemeClr val="accent4">
                    <a:lumMod val="60000"/>
                    <a:lumOff val="40000"/>
                  </a:schemeClr>
                </a:solidFill>
                <a:latin typeface="Satoshi" pitchFamily="50" charset="0"/>
              </a:rPr>
              <a:t>quality</a:t>
            </a:r>
            <a:endParaRPr lang="it-IT" sz="2400" b="1">
              <a:solidFill>
                <a:schemeClr val="accent4">
                  <a:lumMod val="60000"/>
                  <a:lumOff val="40000"/>
                </a:schemeClr>
              </a:solidFill>
              <a:latin typeface="Satoshi" pitchFamily="50" charset="0"/>
            </a:endParaRPr>
          </a:p>
        </p:txBody>
      </p:sp>
      <p:sp>
        <p:nvSpPr>
          <p:cNvPr id="9" name="CasellaDiTesto 8">
            <a:extLst>
              <a:ext uri="{FF2B5EF4-FFF2-40B4-BE49-F238E27FC236}">
                <a16:creationId xmlns:a16="http://schemas.microsoft.com/office/drawing/2014/main" id="{45C8D32E-76A1-F5F3-6F11-5E701FBD4FEE}"/>
              </a:ext>
            </a:extLst>
          </p:cNvPr>
          <p:cNvSpPr txBox="1"/>
          <p:nvPr/>
        </p:nvSpPr>
        <p:spPr>
          <a:xfrm>
            <a:off x="6863965" y="1465671"/>
            <a:ext cx="3387600" cy="461665"/>
          </a:xfrm>
          <a:prstGeom prst="rect">
            <a:avLst/>
          </a:prstGeom>
          <a:noFill/>
        </p:spPr>
        <p:txBody>
          <a:bodyPr wrap="square" rtlCol="0">
            <a:spAutoFit/>
          </a:bodyPr>
          <a:lstStyle/>
          <a:p>
            <a:r>
              <a:rPr lang="it-IT" sz="2400" b="1">
                <a:solidFill>
                  <a:schemeClr val="accent4">
                    <a:lumMod val="60000"/>
                    <a:lumOff val="40000"/>
                  </a:schemeClr>
                </a:solidFill>
                <a:latin typeface="Satoshi" pitchFamily="50" charset="0"/>
              </a:rPr>
              <a:t>Impact on </a:t>
            </a:r>
            <a:r>
              <a:rPr lang="it-IT" sz="2400" b="1" err="1">
                <a:solidFill>
                  <a:schemeClr val="accent4">
                    <a:lumMod val="60000"/>
                    <a:lumOff val="40000"/>
                  </a:schemeClr>
                </a:solidFill>
                <a:latin typeface="Satoshi" pitchFamily="50" charset="0"/>
              </a:rPr>
              <a:t>biodiversity</a:t>
            </a:r>
            <a:endParaRPr lang="it-IT" sz="2400" b="1">
              <a:solidFill>
                <a:schemeClr val="accent4">
                  <a:lumMod val="60000"/>
                  <a:lumOff val="40000"/>
                </a:schemeClr>
              </a:solidFill>
              <a:latin typeface="Satoshi" pitchFamily="50" charset="0"/>
            </a:endParaRPr>
          </a:p>
        </p:txBody>
      </p:sp>
      <p:sp>
        <p:nvSpPr>
          <p:cNvPr id="10" name="CasellaDiTesto 9">
            <a:extLst>
              <a:ext uri="{FF2B5EF4-FFF2-40B4-BE49-F238E27FC236}">
                <a16:creationId xmlns:a16="http://schemas.microsoft.com/office/drawing/2014/main" id="{76C31DDA-3EDE-E6C6-CB5D-951AE423C849}"/>
              </a:ext>
            </a:extLst>
          </p:cNvPr>
          <p:cNvSpPr txBox="1"/>
          <p:nvPr/>
        </p:nvSpPr>
        <p:spPr>
          <a:xfrm>
            <a:off x="2243012" y="3781826"/>
            <a:ext cx="2503805" cy="461665"/>
          </a:xfrm>
          <a:prstGeom prst="rect">
            <a:avLst/>
          </a:prstGeom>
          <a:noFill/>
        </p:spPr>
        <p:txBody>
          <a:bodyPr wrap="square" rtlCol="0">
            <a:spAutoFit/>
          </a:bodyPr>
          <a:lstStyle/>
          <a:p>
            <a:r>
              <a:rPr lang="it-IT" sz="2400" b="1">
                <a:solidFill>
                  <a:schemeClr val="accent4">
                    <a:lumMod val="60000"/>
                    <a:lumOff val="40000"/>
                  </a:schemeClr>
                </a:solidFill>
                <a:latin typeface="Satoshi" pitchFamily="50" charset="0"/>
              </a:rPr>
              <a:t>Acoustic impact</a:t>
            </a:r>
          </a:p>
        </p:txBody>
      </p:sp>
      <p:sp>
        <p:nvSpPr>
          <p:cNvPr id="11" name="CasellaDiTesto 10">
            <a:extLst>
              <a:ext uri="{FF2B5EF4-FFF2-40B4-BE49-F238E27FC236}">
                <a16:creationId xmlns:a16="http://schemas.microsoft.com/office/drawing/2014/main" id="{F8A63DF9-43A1-4BF8-7869-B29FA86A7CB9}"/>
              </a:ext>
            </a:extLst>
          </p:cNvPr>
          <p:cNvSpPr txBox="1"/>
          <p:nvPr/>
        </p:nvSpPr>
        <p:spPr>
          <a:xfrm>
            <a:off x="7120885" y="3784132"/>
            <a:ext cx="2873760" cy="461665"/>
          </a:xfrm>
          <a:prstGeom prst="rect">
            <a:avLst/>
          </a:prstGeom>
          <a:noFill/>
        </p:spPr>
        <p:txBody>
          <a:bodyPr wrap="square" rtlCol="0">
            <a:spAutoFit/>
          </a:bodyPr>
          <a:lstStyle/>
          <a:p>
            <a:r>
              <a:rPr lang="it-IT" sz="2400" b="1" err="1">
                <a:solidFill>
                  <a:schemeClr val="accent4">
                    <a:lumMod val="60000"/>
                    <a:lumOff val="40000"/>
                  </a:schemeClr>
                </a:solidFill>
                <a:latin typeface="Satoshi" pitchFamily="50" charset="0"/>
              </a:rPr>
              <a:t>Landscape</a:t>
            </a:r>
            <a:r>
              <a:rPr lang="it-IT" sz="2400" b="1">
                <a:solidFill>
                  <a:schemeClr val="accent4">
                    <a:lumMod val="60000"/>
                    <a:lumOff val="40000"/>
                  </a:schemeClr>
                </a:solidFill>
                <a:latin typeface="Satoshi" pitchFamily="50" charset="0"/>
              </a:rPr>
              <a:t> impact</a:t>
            </a:r>
          </a:p>
        </p:txBody>
      </p:sp>
      <p:pic>
        <p:nvPicPr>
          <p:cNvPr id="13" name="Elemento grafico 12" descr="Pesce pagliaccio con riempimento a tinta unita">
            <a:extLst>
              <a:ext uri="{FF2B5EF4-FFF2-40B4-BE49-F238E27FC236}">
                <a16:creationId xmlns:a16="http://schemas.microsoft.com/office/drawing/2014/main" id="{3175756F-437A-ECB8-DEF4-CE2B528CCF3E}"/>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flipH="1">
            <a:off x="11028675" y="2193921"/>
            <a:ext cx="540000" cy="540000"/>
          </a:xfrm>
          <a:prstGeom prst="rect">
            <a:avLst/>
          </a:prstGeom>
        </p:spPr>
      </p:pic>
      <p:pic>
        <p:nvPicPr>
          <p:cNvPr id="15" name="Elemento grafico 14" descr="Suono medio con riempimento a tinta unita">
            <a:extLst>
              <a:ext uri="{FF2B5EF4-FFF2-40B4-BE49-F238E27FC236}">
                <a16:creationId xmlns:a16="http://schemas.microsoft.com/office/drawing/2014/main" id="{C5084BC5-1FBA-82E1-92E5-C3EB1E443C5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520" y="4529998"/>
            <a:ext cx="540000" cy="540000"/>
          </a:xfrm>
          <a:prstGeom prst="rect">
            <a:avLst/>
          </a:prstGeom>
        </p:spPr>
      </p:pic>
      <p:pic>
        <p:nvPicPr>
          <p:cNvPr id="17" name="Elemento grafico 16" descr="Occhio con riempimento a tinta unita">
            <a:extLst>
              <a:ext uri="{FF2B5EF4-FFF2-40B4-BE49-F238E27FC236}">
                <a16:creationId xmlns:a16="http://schemas.microsoft.com/office/drawing/2014/main" id="{0EDFAC7E-E172-50C9-0E78-E348EB5CF7C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007407" y="4529998"/>
            <a:ext cx="540000" cy="540000"/>
          </a:xfrm>
          <a:prstGeom prst="rect">
            <a:avLst/>
          </a:prstGeom>
        </p:spPr>
      </p:pic>
      <p:pic>
        <p:nvPicPr>
          <p:cNvPr id="19" name="Elemento grafico 18" descr="Ventilato con riempimento a tinta unita">
            <a:extLst>
              <a:ext uri="{FF2B5EF4-FFF2-40B4-BE49-F238E27FC236}">
                <a16:creationId xmlns:a16="http://schemas.microsoft.com/office/drawing/2014/main" id="{E54B1CAC-4BB9-7830-6051-7ACE15B6DF0E}"/>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695325" y="2193921"/>
            <a:ext cx="540000" cy="540000"/>
          </a:xfrm>
          <a:prstGeom prst="rect">
            <a:avLst/>
          </a:prstGeom>
        </p:spPr>
      </p:pic>
      <p:sp>
        <p:nvSpPr>
          <p:cNvPr id="20" name="CasellaDiTesto 19">
            <a:extLst>
              <a:ext uri="{FF2B5EF4-FFF2-40B4-BE49-F238E27FC236}">
                <a16:creationId xmlns:a16="http://schemas.microsoft.com/office/drawing/2014/main" id="{1FB15A59-E9B2-946F-E203-45D58B6A4F5A}"/>
              </a:ext>
            </a:extLst>
          </p:cNvPr>
          <p:cNvSpPr txBox="1"/>
          <p:nvPr/>
        </p:nvSpPr>
        <p:spPr>
          <a:xfrm>
            <a:off x="1380000" y="1934118"/>
            <a:ext cx="4311530" cy="1200329"/>
          </a:xfrm>
          <a:prstGeom prst="rect">
            <a:avLst/>
          </a:prstGeom>
          <a:noFill/>
        </p:spPr>
        <p:txBody>
          <a:bodyPr wrap="square" rtlCol="0">
            <a:spAutoFit/>
          </a:bodyPr>
          <a:lstStyle/>
          <a:p>
            <a:pPr algn="just"/>
            <a:r>
              <a:rPr lang="en-US">
                <a:solidFill>
                  <a:schemeClr val="accent4">
                    <a:lumMod val="20000"/>
                    <a:lumOff val="80000"/>
                  </a:schemeClr>
                </a:solidFill>
                <a:latin typeface="Satoshi" pitchFamily="50" charset="0"/>
              </a:rPr>
              <a:t>Construction emissions are limited and mitigated, while turbine operation avoids large quantities of fossil fuel emissions, resulting in a net positive effect.</a:t>
            </a:r>
            <a:endParaRPr lang="it-IT">
              <a:solidFill>
                <a:schemeClr val="accent4">
                  <a:lumMod val="20000"/>
                  <a:lumOff val="80000"/>
                </a:schemeClr>
              </a:solidFill>
              <a:latin typeface="Satoshi" pitchFamily="50" charset="0"/>
            </a:endParaRPr>
          </a:p>
        </p:txBody>
      </p:sp>
      <p:sp>
        <p:nvSpPr>
          <p:cNvPr id="21" name="CasellaDiTesto 20">
            <a:extLst>
              <a:ext uri="{FF2B5EF4-FFF2-40B4-BE49-F238E27FC236}">
                <a16:creationId xmlns:a16="http://schemas.microsoft.com/office/drawing/2014/main" id="{6D189999-EA07-C212-D25C-E504CBF1F8D1}"/>
              </a:ext>
            </a:extLst>
          </p:cNvPr>
          <p:cNvSpPr txBox="1"/>
          <p:nvPr/>
        </p:nvSpPr>
        <p:spPr>
          <a:xfrm>
            <a:off x="6612810" y="1927335"/>
            <a:ext cx="4049084" cy="1200329"/>
          </a:xfrm>
          <a:prstGeom prst="rect">
            <a:avLst/>
          </a:prstGeom>
          <a:noFill/>
        </p:spPr>
        <p:txBody>
          <a:bodyPr wrap="square" rtlCol="0">
            <a:spAutoFit/>
          </a:bodyPr>
          <a:lstStyle/>
          <a:p>
            <a:pPr algn="just"/>
            <a:r>
              <a:rPr lang="en-US">
                <a:solidFill>
                  <a:schemeClr val="accent4">
                    <a:lumMod val="20000"/>
                    <a:lumOff val="80000"/>
                  </a:schemeClr>
                </a:solidFill>
                <a:latin typeface="Satoshi" pitchFamily="50" charset="0"/>
              </a:rPr>
              <a:t>Temporary, reversible effects may occur during construction; operational phases promote new habitats via turbine foundations. </a:t>
            </a:r>
            <a:endParaRPr lang="it-IT">
              <a:solidFill>
                <a:schemeClr val="accent4">
                  <a:lumMod val="20000"/>
                  <a:lumOff val="80000"/>
                </a:schemeClr>
              </a:solidFill>
              <a:latin typeface="Satoshi" pitchFamily="50" charset="0"/>
            </a:endParaRPr>
          </a:p>
        </p:txBody>
      </p:sp>
      <p:sp>
        <p:nvSpPr>
          <p:cNvPr id="26" name="CasellaDiTesto 25">
            <a:extLst>
              <a:ext uri="{FF2B5EF4-FFF2-40B4-BE49-F238E27FC236}">
                <a16:creationId xmlns:a16="http://schemas.microsoft.com/office/drawing/2014/main" id="{390CAF59-8AE2-ACD9-3A4D-4AF12C87F0A2}"/>
              </a:ext>
            </a:extLst>
          </p:cNvPr>
          <p:cNvSpPr txBox="1"/>
          <p:nvPr/>
        </p:nvSpPr>
        <p:spPr>
          <a:xfrm>
            <a:off x="1380000" y="4338333"/>
            <a:ext cx="3974490" cy="923330"/>
          </a:xfrm>
          <a:prstGeom prst="rect">
            <a:avLst/>
          </a:prstGeom>
          <a:noFill/>
        </p:spPr>
        <p:txBody>
          <a:bodyPr wrap="square" rtlCol="0">
            <a:spAutoFit/>
          </a:bodyPr>
          <a:lstStyle/>
          <a:p>
            <a:pPr algn="just"/>
            <a:r>
              <a:rPr lang="en-US">
                <a:solidFill>
                  <a:schemeClr val="accent4">
                    <a:lumMod val="20000"/>
                    <a:lumOff val="80000"/>
                  </a:schemeClr>
                </a:solidFill>
                <a:latin typeface="Satoshi" pitchFamily="50" charset="0"/>
              </a:rPr>
              <a:t>Construction noise is short term and mitigated. Operational noise remains low and non-critical for fauna. </a:t>
            </a:r>
            <a:endParaRPr lang="it-IT">
              <a:solidFill>
                <a:schemeClr val="accent4">
                  <a:lumMod val="20000"/>
                  <a:lumOff val="80000"/>
                </a:schemeClr>
              </a:solidFill>
              <a:latin typeface="Satoshi" pitchFamily="50" charset="0"/>
            </a:endParaRPr>
          </a:p>
        </p:txBody>
      </p:sp>
      <p:sp>
        <p:nvSpPr>
          <p:cNvPr id="27" name="CasellaDiTesto 26">
            <a:extLst>
              <a:ext uri="{FF2B5EF4-FFF2-40B4-BE49-F238E27FC236}">
                <a16:creationId xmlns:a16="http://schemas.microsoft.com/office/drawing/2014/main" id="{2CD6133A-5F74-7FAD-FF98-9100FDD794EA}"/>
              </a:ext>
            </a:extLst>
          </p:cNvPr>
          <p:cNvSpPr txBox="1"/>
          <p:nvPr/>
        </p:nvSpPr>
        <p:spPr>
          <a:xfrm>
            <a:off x="6668992" y="4338333"/>
            <a:ext cx="3947698" cy="923330"/>
          </a:xfrm>
          <a:prstGeom prst="rect">
            <a:avLst/>
          </a:prstGeom>
          <a:noFill/>
        </p:spPr>
        <p:txBody>
          <a:bodyPr wrap="square" rtlCol="0">
            <a:spAutoFit/>
          </a:bodyPr>
          <a:lstStyle/>
          <a:p>
            <a:pPr algn="just"/>
            <a:r>
              <a:rPr lang="en-US">
                <a:solidFill>
                  <a:schemeClr val="accent4">
                    <a:lumMod val="20000"/>
                    <a:lumOff val="80000"/>
                  </a:schemeClr>
                </a:solidFill>
                <a:latin typeface="Satoshi" pitchFamily="50" charset="0"/>
              </a:rPr>
              <a:t>At 35-45 km from the coast, turbines are barely visible. Landscape impacts are negligible.</a:t>
            </a:r>
            <a:endParaRPr lang="it-IT">
              <a:solidFill>
                <a:schemeClr val="accent4">
                  <a:lumMod val="20000"/>
                  <a:lumOff val="80000"/>
                </a:schemeClr>
              </a:solidFill>
              <a:latin typeface="Satoshi" pitchFamily="50" charset="0"/>
            </a:endParaRPr>
          </a:p>
        </p:txBody>
      </p:sp>
      <p:sp>
        <p:nvSpPr>
          <p:cNvPr id="28" name="CasellaDiTesto 27">
            <a:extLst>
              <a:ext uri="{FF2B5EF4-FFF2-40B4-BE49-F238E27FC236}">
                <a16:creationId xmlns:a16="http://schemas.microsoft.com/office/drawing/2014/main" id="{FA49671E-4CB4-F618-01E9-EC30FF135FC5}"/>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29" name="CasellaDiTesto 28">
            <a:extLst>
              <a:ext uri="{FF2B5EF4-FFF2-40B4-BE49-F238E27FC236}">
                <a16:creationId xmlns:a16="http://schemas.microsoft.com/office/drawing/2014/main" id="{F5367D9A-BE5A-9D47-57FC-B0DD53B6A535}"/>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pic>
        <p:nvPicPr>
          <p:cNvPr id="30" name="Picture 2">
            <a:extLst>
              <a:ext uri="{FF2B5EF4-FFF2-40B4-BE49-F238E27FC236}">
                <a16:creationId xmlns:a16="http://schemas.microsoft.com/office/drawing/2014/main" id="{EE2323BE-B317-3A7E-D0D0-169E742042BF}"/>
              </a:ext>
            </a:extLst>
          </p:cNvPr>
          <p:cNvPicPr>
            <a:picLocks noChangeAspect="1" noChangeArrowheads="1"/>
          </p:cNvPicPr>
          <p:nvPr/>
        </p:nvPicPr>
        <p:blipFill rotWithShape="1">
          <a:blip r:embed="rId11">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7243265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32"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circle(out)">
                                      <p:cBhvr>
                                        <p:cTn id="7" dur="10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F48416-DD7D-C8A3-04EC-E08E12AEA9A7}"/>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4860DC10-134A-206E-20F6-41A7887759AF}"/>
              </a:ext>
            </a:extLst>
          </p:cNvPr>
          <p:cNvSpPr/>
          <p:nvPr/>
        </p:nvSpPr>
        <p:spPr>
          <a:xfrm>
            <a:off x="-1"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1F9AE0D8-7DFA-3C3F-089B-0BA13D4582C5}"/>
              </a:ext>
            </a:extLst>
          </p:cNvPr>
          <p:cNvSpPr txBox="1"/>
          <p:nvPr/>
        </p:nvSpPr>
        <p:spPr>
          <a:xfrm>
            <a:off x="695325" y="549275"/>
            <a:ext cx="10491760"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Operational Performance Assessment</a:t>
            </a:r>
          </a:p>
        </p:txBody>
      </p:sp>
      <p:sp>
        <p:nvSpPr>
          <p:cNvPr id="2" name="CasellaDiTesto 1">
            <a:extLst>
              <a:ext uri="{FF2B5EF4-FFF2-40B4-BE49-F238E27FC236}">
                <a16:creationId xmlns:a16="http://schemas.microsoft.com/office/drawing/2014/main" id="{4F463D62-F5AC-3F90-33AC-B43799FA289F}"/>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3" name="CasellaDiTesto 2">
            <a:extLst>
              <a:ext uri="{FF2B5EF4-FFF2-40B4-BE49-F238E27FC236}">
                <a16:creationId xmlns:a16="http://schemas.microsoft.com/office/drawing/2014/main" id="{9E15FE1E-FFA1-6C5C-E5D8-821E04CF5E2A}"/>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9" name="CasellaDiTesto 8">
            <a:extLst>
              <a:ext uri="{FF2B5EF4-FFF2-40B4-BE49-F238E27FC236}">
                <a16:creationId xmlns:a16="http://schemas.microsoft.com/office/drawing/2014/main" id="{951428D2-D984-4A2B-2003-DD653408CDC9}"/>
              </a:ext>
            </a:extLst>
          </p:cNvPr>
          <p:cNvSpPr txBox="1"/>
          <p:nvPr/>
        </p:nvSpPr>
        <p:spPr>
          <a:xfrm>
            <a:off x="847726" y="1600363"/>
            <a:ext cx="4923155" cy="3708708"/>
          </a:xfrm>
          <a:prstGeom prst="rect">
            <a:avLst/>
          </a:prstGeom>
          <a:noFill/>
        </p:spPr>
        <p:txBody>
          <a:bodyPr wrap="square" rtlCol="0">
            <a:spAutoFit/>
          </a:bodyPr>
          <a:lstStyle/>
          <a:p>
            <a:pPr>
              <a:spcAft>
                <a:spcPts val="1800"/>
              </a:spcAft>
            </a:pPr>
            <a:r>
              <a:rPr lang="it-IT" sz="2800" b="1" err="1">
                <a:solidFill>
                  <a:schemeClr val="accent4">
                    <a:lumMod val="20000"/>
                    <a:lumOff val="80000"/>
                  </a:schemeClr>
                </a:solidFill>
                <a:latin typeface="Satoshi" pitchFamily="50" charset="0"/>
              </a:rPr>
              <a:t>Methodological</a:t>
            </a:r>
            <a:r>
              <a:rPr lang="it-IT" sz="2800" b="1">
                <a:solidFill>
                  <a:schemeClr val="accent4">
                    <a:lumMod val="20000"/>
                    <a:lumOff val="80000"/>
                  </a:schemeClr>
                </a:solidFill>
                <a:latin typeface="Satoshi" pitchFamily="50" charset="0"/>
              </a:rPr>
              <a:t> </a:t>
            </a:r>
            <a:r>
              <a:rPr lang="it-IT" sz="2800" b="1" err="1">
                <a:solidFill>
                  <a:schemeClr val="accent4">
                    <a:lumMod val="20000"/>
                    <a:lumOff val="80000"/>
                  </a:schemeClr>
                </a:solidFill>
                <a:latin typeface="Satoshi" pitchFamily="50" charset="0"/>
              </a:rPr>
              <a:t>Approaches</a:t>
            </a:r>
            <a:endParaRPr lang="it-IT" sz="2800" b="1">
              <a:solidFill>
                <a:schemeClr val="accent4">
                  <a:lumMod val="20000"/>
                  <a:lumOff val="80000"/>
                </a:schemeClr>
              </a:solidFill>
              <a:latin typeface="Satoshi" pitchFamily="50" charset="0"/>
            </a:endParaRPr>
          </a:p>
          <a:p>
            <a:r>
              <a:rPr lang="en-US" sz="2800" b="1">
                <a:solidFill>
                  <a:schemeClr val="accent4">
                    <a:lumMod val="60000"/>
                    <a:lumOff val="40000"/>
                  </a:schemeClr>
                </a:solidFill>
                <a:latin typeface="Satoshi" pitchFamily="50" charset="0"/>
              </a:rPr>
              <a:t>Weibull-Based Method</a:t>
            </a:r>
          </a:p>
          <a:p>
            <a:pPr algn="just">
              <a:spcAft>
                <a:spcPts val="1200"/>
              </a:spcAft>
            </a:pPr>
            <a:r>
              <a:rPr lang="en-US">
                <a:solidFill>
                  <a:schemeClr val="accent4">
                    <a:lumMod val="20000"/>
                    <a:lumOff val="80000"/>
                  </a:schemeClr>
                </a:solidFill>
                <a:latin typeface="Satoshi" pitchFamily="50" charset="0"/>
              </a:rPr>
              <a:t>A statistical fitting of the Weibull distribution to the wind-speed datasets, providing a probabilistic representation of wind variability at turbine locations. </a:t>
            </a:r>
          </a:p>
          <a:p>
            <a:r>
              <a:rPr lang="en-US" sz="2800" b="1">
                <a:solidFill>
                  <a:schemeClr val="accent4">
                    <a:lumMod val="60000"/>
                    <a:lumOff val="40000"/>
                  </a:schemeClr>
                </a:solidFill>
                <a:latin typeface="Satoshi" pitchFamily="50" charset="0"/>
              </a:rPr>
              <a:t>Markovian Probability</a:t>
            </a:r>
          </a:p>
          <a:p>
            <a:pPr algn="just">
              <a:spcAft>
                <a:spcPts val="1200"/>
              </a:spcAft>
            </a:pPr>
            <a:r>
              <a:rPr lang="en-US">
                <a:solidFill>
                  <a:schemeClr val="accent4">
                    <a:lumMod val="20000"/>
                    <a:lumOff val="80000"/>
                  </a:schemeClr>
                </a:solidFill>
                <a:latin typeface="Satoshi" pitchFamily="50" charset="0"/>
              </a:rPr>
              <a:t>A direct statistical approach using gridded wind datasets to predict wind speeds at each turbine coordinate.</a:t>
            </a:r>
          </a:p>
        </p:txBody>
      </p:sp>
      <p:sp>
        <p:nvSpPr>
          <p:cNvPr id="10" name="Rettangolo con angoli arrotondati 9">
            <a:extLst>
              <a:ext uri="{FF2B5EF4-FFF2-40B4-BE49-F238E27FC236}">
                <a16:creationId xmlns:a16="http://schemas.microsoft.com/office/drawing/2014/main" id="{3ABB3A17-B83F-B61D-E3F1-38218E4AB277}"/>
              </a:ext>
            </a:extLst>
          </p:cNvPr>
          <p:cNvSpPr/>
          <p:nvPr/>
        </p:nvSpPr>
        <p:spPr>
          <a:xfrm>
            <a:off x="6268720" y="1326985"/>
            <a:ext cx="5040000" cy="4555655"/>
          </a:xfrm>
          <a:prstGeom prst="roundRect">
            <a:avLst>
              <a:gd name="adj" fmla="val 5385"/>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it-IT"/>
          </a:p>
        </p:txBody>
      </p:sp>
      <p:sp>
        <p:nvSpPr>
          <p:cNvPr id="11" name="CasellaDiTesto 10">
            <a:extLst>
              <a:ext uri="{FF2B5EF4-FFF2-40B4-BE49-F238E27FC236}">
                <a16:creationId xmlns:a16="http://schemas.microsoft.com/office/drawing/2014/main" id="{8F0D2210-6AC1-F031-E2A8-D9CF8B787591}"/>
              </a:ext>
            </a:extLst>
          </p:cNvPr>
          <p:cNvSpPr txBox="1"/>
          <p:nvPr/>
        </p:nvSpPr>
        <p:spPr>
          <a:xfrm>
            <a:off x="6652651" y="1600363"/>
            <a:ext cx="4272137" cy="3754874"/>
          </a:xfrm>
          <a:prstGeom prst="rect">
            <a:avLst/>
          </a:prstGeom>
          <a:noFill/>
        </p:spPr>
        <p:txBody>
          <a:bodyPr wrap="square" rtlCol="0">
            <a:spAutoFit/>
          </a:bodyPr>
          <a:lstStyle/>
          <a:p>
            <a:pPr>
              <a:spcAft>
                <a:spcPts val="1800"/>
              </a:spcAft>
            </a:pPr>
            <a:r>
              <a:rPr lang="it-IT" sz="2800" b="1">
                <a:solidFill>
                  <a:schemeClr val="accent1">
                    <a:lumMod val="50000"/>
                  </a:schemeClr>
                </a:solidFill>
                <a:latin typeface="Satoshi" pitchFamily="50" charset="0"/>
              </a:rPr>
              <a:t>Wind Datasets </a:t>
            </a:r>
            <a:r>
              <a:rPr lang="it-IT" sz="2800" b="1" err="1">
                <a:solidFill>
                  <a:schemeClr val="accent1">
                    <a:lumMod val="50000"/>
                  </a:schemeClr>
                </a:solidFill>
                <a:latin typeface="Satoshi" pitchFamily="50" charset="0"/>
              </a:rPr>
              <a:t>Used</a:t>
            </a:r>
            <a:endParaRPr lang="it-IT" sz="2800" b="1">
              <a:solidFill>
                <a:schemeClr val="accent1">
                  <a:lumMod val="50000"/>
                </a:schemeClr>
              </a:solidFill>
              <a:latin typeface="Satoshi" pitchFamily="50" charset="0"/>
            </a:endParaRPr>
          </a:p>
          <a:p>
            <a:r>
              <a:rPr lang="it-IT" sz="2400" b="1">
                <a:solidFill>
                  <a:schemeClr val="accent4">
                    <a:lumMod val="60000"/>
                    <a:lumOff val="40000"/>
                  </a:schemeClr>
                </a:solidFill>
                <a:latin typeface="Satoshi" pitchFamily="50" charset="0"/>
              </a:rPr>
              <a:t>NEWA-New </a:t>
            </a:r>
            <a:r>
              <a:rPr lang="it-IT" sz="2400" b="1" err="1">
                <a:solidFill>
                  <a:schemeClr val="accent4">
                    <a:lumMod val="60000"/>
                    <a:lumOff val="40000"/>
                  </a:schemeClr>
                </a:solidFill>
                <a:latin typeface="Satoshi" pitchFamily="50" charset="0"/>
              </a:rPr>
              <a:t>European</a:t>
            </a:r>
            <a:r>
              <a:rPr lang="it-IT" sz="2400" b="1">
                <a:solidFill>
                  <a:schemeClr val="accent4">
                    <a:lumMod val="60000"/>
                    <a:lumOff val="40000"/>
                  </a:schemeClr>
                </a:solidFill>
                <a:latin typeface="Satoshi" pitchFamily="50" charset="0"/>
              </a:rPr>
              <a:t> Wind Atlas</a:t>
            </a:r>
          </a:p>
          <a:p>
            <a:pPr algn="just">
              <a:spcAft>
                <a:spcPts val="1800"/>
              </a:spcAft>
            </a:pPr>
            <a:r>
              <a:rPr lang="it-IT">
                <a:solidFill>
                  <a:schemeClr val="accent1">
                    <a:lumMod val="50000"/>
                  </a:schemeClr>
                </a:solidFill>
                <a:latin typeface="Satoshi" pitchFamily="50" charset="0"/>
              </a:rPr>
              <a:t>API-</a:t>
            </a:r>
            <a:r>
              <a:rPr lang="it-IT" err="1">
                <a:solidFill>
                  <a:schemeClr val="accent1">
                    <a:lumMod val="50000"/>
                  </a:schemeClr>
                </a:solidFill>
                <a:latin typeface="Satoshi" pitchFamily="50" charset="0"/>
              </a:rPr>
              <a:t>based</a:t>
            </a:r>
            <a:r>
              <a:rPr lang="it-IT">
                <a:solidFill>
                  <a:schemeClr val="accent1">
                    <a:lumMod val="50000"/>
                  </a:schemeClr>
                </a:solidFill>
                <a:latin typeface="Satoshi" pitchFamily="50" charset="0"/>
              </a:rPr>
              <a:t> </a:t>
            </a:r>
            <a:r>
              <a:rPr lang="it-IT" err="1">
                <a:solidFill>
                  <a:schemeClr val="accent1">
                    <a:lumMod val="50000"/>
                  </a:schemeClr>
                </a:solidFill>
                <a:latin typeface="Satoshi" pitchFamily="50" charset="0"/>
              </a:rPr>
              <a:t>mean</a:t>
            </a:r>
            <a:r>
              <a:rPr lang="it-IT">
                <a:solidFill>
                  <a:schemeClr val="accent1">
                    <a:lumMod val="50000"/>
                  </a:schemeClr>
                </a:solidFill>
                <a:latin typeface="Satoshi" pitchFamily="50" charset="0"/>
              </a:rPr>
              <a:t> wind speed and power </a:t>
            </a:r>
            <a:r>
              <a:rPr lang="it-IT" err="1">
                <a:solidFill>
                  <a:schemeClr val="accent1">
                    <a:lumMod val="50000"/>
                  </a:schemeClr>
                </a:solidFill>
                <a:latin typeface="Satoshi" pitchFamily="50" charset="0"/>
              </a:rPr>
              <a:t>density</a:t>
            </a:r>
            <a:r>
              <a:rPr lang="it-IT">
                <a:solidFill>
                  <a:schemeClr val="accent1">
                    <a:lumMod val="50000"/>
                  </a:schemeClr>
                </a:solidFill>
                <a:latin typeface="Satoshi" pitchFamily="50" charset="0"/>
              </a:rPr>
              <a:t> </a:t>
            </a:r>
            <a:r>
              <a:rPr lang="it-IT" err="1">
                <a:solidFill>
                  <a:schemeClr val="accent1">
                    <a:lumMod val="50000"/>
                  </a:schemeClr>
                </a:solidFill>
                <a:latin typeface="Satoshi" pitchFamily="50" charset="0"/>
              </a:rPr>
              <a:t>extracted</a:t>
            </a:r>
            <a:r>
              <a:rPr lang="it-IT">
                <a:solidFill>
                  <a:schemeClr val="accent1">
                    <a:lumMod val="50000"/>
                  </a:schemeClr>
                </a:solidFill>
                <a:latin typeface="Satoshi" pitchFamily="50" charset="0"/>
              </a:rPr>
              <a:t> for </a:t>
            </a:r>
            <a:r>
              <a:rPr lang="it-IT" err="1">
                <a:solidFill>
                  <a:schemeClr val="accent1">
                    <a:lumMod val="50000"/>
                  </a:schemeClr>
                </a:solidFill>
                <a:latin typeface="Satoshi" pitchFamily="50" charset="0"/>
              </a:rPr>
              <a:t>all</a:t>
            </a:r>
            <a:r>
              <a:rPr lang="it-IT">
                <a:solidFill>
                  <a:schemeClr val="accent1">
                    <a:lumMod val="50000"/>
                  </a:schemeClr>
                </a:solidFill>
                <a:latin typeface="Satoshi" pitchFamily="50" charset="0"/>
              </a:rPr>
              <a:t> 33 turbine </a:t>
            </a:r>
            <a:r>
              <a:rPr lang="it-IT" err="1">
                <a:solidFill>
                  <a:schemeClr val="accent1">
                    <a:lumMod val="50000"/>
                  </a:schemeClr>
                </a:solidFill>
                <a:latin typeface="Satoshi" pitchFamily="50" charset="0"/>
              </a:rPr>
              <a:t>coordinates</a:t>
            </a:r>
            <a:r>
              <a:rPr lang="it-IT">
                <a:latin typeface="Satoshi" pitchFamily="50" charset="0"/>
              </a:rPr>
              <a:t>.</a:t>
            </a:r>
          </a:p>
          <a:p>
            <a:r>
              <a:rPr lang="it-IT" sz="2400" b="1" err="1">
                <a:solidFill>
                  <a:schemeClr val="accent4">
                    <a:lumMod val="60000"/>
                    <a:lumOff val="40000"/>
                  </a:schemeClr>
                </a:solidFill>
                <a:latin typeface="Satoshi" pitchFamily="50" charset="0"/>
              </a:rPr>
              <a:t>Aeolian-Italian</a:t>
            </a:r>
            <a:r>
              <a:rPr lang="it-IT" sz="2400" b="1">
                <a:solidFill>
                  <a:schemeClr val="accent4">
                    <a:lumMod val="60000"/>
                    <a:lumOff val="40000"/>
                  </a:schemeClr>
                </a:solidFill>
                <a:latin typeface="Satoshi" pitchFamily="50" charset="0"/>
              </a:rPr>
              <a:t> Wind Atlas</a:t>
            </a:r>
          </a:p>
          <a:p>
            <a:pPr algn="just">
              <a:spcAft>
                <a:spcPts val="1800"/>
              </a:spcAft>
            </a:pPr>
            <a:r>
              <a:rPr lang="it-IT" err="1">
                <a:latin typeface="Satoshi" pitchFamily="50" charset="0"/>
              </a:rPr>
              <a:t>Grid-based</a:t>
            </a:r>
            <a:r>
              <a:rPr lang="it-IT">
                <a:latin typeface="Satoshi" pitchFamily="50" charset="0"/>
              </a:rPr>
              <a:t> wind-speed and power-</a:t>
            </a:r>
            <a:r>
              <a:rPr lang="it-IT" err="1">
                <a:latin typeface="Satoshi" pitchFamily="50" charset="0"/>
              </a:rPr>
              <a:t>density</a:t>
            </a:r>
            <a:r>
              <a:rPr lang="it-IT">
                <a:latin typeface="Satoshi" pitchFamily="50" charset="0"/>
              </a:rPr>
              <a:t> dataset </a:t>
            </a:r>
            <a:r>
              <a:rPr lang="it-IT" err="1">
                <a:latin typeface="Satoshi" pitchFamily="50" charset="0"/>
              </a:rPr>
              <a:t>processed</a:t>
            </a:r>
            <a:r>
              <a:rPr lang="it-IT">
                <a:latin typeface="Satoshi" pitchFamily="50" charset="0"/>
              </a:rPr>
              <a:t> via Python </a:t>
            </a:r>
            <a:r>
              <a:rPr lang="it-IT" err="1">
                <a:latin typeface="Satoshi" pitchFamily="50" charset="0"/>
              </a:rPr>
              <a:t>extraction</a:t>
            </a:r>
            <a:r>
              <a:rPr lang="it-IT">
                <a:latin typeface="Satoshi" pitchFamily="50" charset="0"/>
              </a:rPr>
              <a:t> script.</a:t>
            </a:r>
          </a:p>
        </p:txBody>
      </p:sp>
      <p:pic>
        <p:nvPicPr>
          <p:cNvPr id="12" name="Picture 2">
            <a:extLst>
              <a:ext uri="{FF2B5EF4-FFF2-40B4-BE49-F238E27FC236}">
                <a16:creationId xmlns:a16="http://schemas.microsoft.com/office/drawing/2014/main" id="{2602E33C-7B6B-9FD2-4C27-E791F8A8DF74}"/>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89488142"/>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251DA-5CEF-A3D8-1208-A4E553863A06}"/>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6A4B2599-B230-97C2-7AD2-AD00206300B7}"/>
              </a:ext>
            </a:extLst>
          </p:cNvPr>
          <p:cNvSpPr/>
          <p:nvPr/>
        </p:nvSpPr>
        <p:spPr>
          <a:xfrm>
            <a:off x="-1"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B977ABEA-DC77-0A7E-F2C5-CA66BDA0BD7B}"/>
              </a:ext>
            </a:extLst>
          </p:cNvPr>
          <p:cNvSpPr txBox="1"/>
          <p:nvPr/>
        </p:nvSpPr>
        <p:spPr>
          <a:xfrm>
            <a:off x="695324" y="549275"/>
            <a:ext cx="10837864" cy="769441"/>
          </a:xfrm>
          <a:prstGeom prst="rect">
            <a:avLst/>
          </a:prstGeom>
          <a:noFill/>
        </p:spPr>
        <p:txBody>
          <a:bodyPr wrap="square" rtlCol="0">
            <a:spAutoFit/>
          </a:bodyPr>
          <a:lstStyle/>
          <a:p>
            <a:r>
              <a:rPr lang="en-GB" sz="4400" b="1">
                <a:solidFill>
                  <a:schemeClr val="accent1">
                    <a:lumMod val="40000"/>
                    <a:lumOff val="60000"/>
                  </a:schemeClr>
                </a:solidFill>
                <a:latin typeface="Satoshi" pitchFamily="50" charset="0"/>
              </a:rPr>
              <a:t>Power curve and </a:t>
            </a:r>
            <a:r>
              <a:rPr lang="it-IT" sz="4400" b="1">
                <a:solidFill>
                  <a:schemeClr val="accent1">
                    <a:lumMod val="40000"/>
                    <a:lumOff val="60000"/>
                  </a:schemeClr>
                </a:solidFill>
                <a:latin typeface="Satoshi" pitchFamily="50" charset="0"/>
              </a:rPr>
              <a:t>technical </a:t>
            </a:r>
            <a:r>
              <a:rPr lang="it-IT" sz="4400" b="1" err="1">
                <a:solidFill>
                  <a:schemeClr val="accent1">
                    <a:lumMod val="40000"/>
                    <a:lumOff val="60000"/>
                  </a:schemeClr>
                </a:solidFill>
                <a:latin typeface="Satoshi" pitchFamily="50" charset="0"/>
              </a:rPr>
              <a:t>specifications</a:t>
            </a:r>
            <a:endParaRPr lang="en-GB" sz="4400" b="1">
              <a:solidFill>
                <a:schemeClr val="accent1">
                  <a:lumMod val="40000"/>
                  <a:lumOff val="60000"/>
                </a:schemeClr>
              </a:solidFill>
              <a:latin typeface="Satoshi" pitchFamily="50" charset="0"/>
            </a:endParaRPr>
          </a:p>
        </p:txBody>
      </p:sp>
      <p:sp>
        <p:nvSpPr>
          <p:cNvPr id="2" name="CasellaDiTesto 1">
            <a:extLst>
              <a:ext uri="{FF2B5EF4-FFF2-40B4-BE49-F238E27FC236}">
                <a16:creationId xmlns:a16="http://schemas.microsoft.com/office/drawing/2014/main" id="{182F4F25-7E87-F0A2-2923-C39812FA579D}"/>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3" name="CasellaDiTesto 2">
            <a:extLst>
              <a:ext uri="{FF2B5EF4-FFF2-40B4-BE49-F238E27FC236}">
                <a16:creationId xmlns:a16="http://schemas.microsoft.com/office/drawing/2014/main" id="{D85D9034-F78E-9C32-0363-552B13D9668A}"/>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pic>
        <p:nvPicPr>
          <p:cNvPr id="12" name="Picture 2">
            <a:extLst>
              <a:ext uri="{FF2B5EF4-FFF2-40B4-BE49-F238E27FC236}">
                <a16:creationId xmlns:a16="http://schemas.microsoft.com/office/drawing/2014/main" id="{E394600F-750D-4E33-4705-E49FD3873003}"/>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pic>
        <p:nvPicPr>
          <p:cNvPr id="8" name="Immagine 7" descr="Immagine che contiene testo, schermata, numero, Carattere&#10;&#10;Il contenuto generato dall'IA potrebbe non essere corretto.">
            <a:extLst>
              <a:ext uri="{FF2B5EF4-FFF2-40B4-BE49-F238E27FC236}">
                <a16:creationId xmlns:a16="http://schemas.microsoft.com/office/drawing/2014/main" id="{E4EE0E1E-9E59-1DAD-97EE-231363E72806}"/>
              </a:ext>
            </a:extLst>
          </p:cNvPr>
          <p:cNvPicPr>
            <a:picLocks noChangeAspect="1"/>
          </p:cNvPicPr>
          <p:nvPr/>
        </p:nvPicPr>
        <p:blipFill>
          <a:blip r:embed="rId3"/>
          <a:stretch>
            <a:fillRect/>
          </a:stretch>
        </p:blipFill>
        <p:spPr>
          <a:xfrm>
            <a:off x="7414644" y="1853434"/>
            <a:ext cx="4118544" cy="3461065"/>
          </a:xfrm>
          <a:prstGeom prst="rect">
            <a:avLst/>
          </a:prstGeom>
        </p:spPr>
      </p:pic>
      <p:pic>
        <p:nvPicPr>
          <p:cNvPr id="16" name="Immagine 15">
            <a:extLst>
              <a:ext uri="{FF2B5EF4-FFF2-40B4-BE49-F238E27FC236}">
                <a16:creationId xmlns:a16="http://schemas.microsoft.com/office/drawing/2014/main" id="{4D7EDBB0-2C12-83A7-5B7C-C687B268DFE5}"/>
              </a:ext>
            </a:extLst>
          </p:cNvPr>
          <p:cNvPicPr>
            <a:picLocks noChangeAspect="1"/>
          </p:cNvPicPr>
          <p:nvPr/>
        </p:nvPicPr>
        <p:blipFill>
          <a:blip r:embed="rId4"/>
          <a:stretch>
            <a:fillRect/>
          </a:stretch>
        </p:blipFill>
        <p:spPr>
          <a:xfrm>
            <a:off x="695324" y="1670860"/>
            <a:ext cx="6369226" cy="3825348"/>
          </a:xfrm>
          <a:prstGeom prst="roundRect">
            <a:avLst>
              <a:gd name="adj" fmla="val 9496"/>
            </a:avLst>
          </a:prstGeom>
        </p:spPr>
      </p:pic>
    </p:spTree>
    <p:extLst>
      <p:ext uri="{BB962C8B-B14F-4D97-AF65-F5344CB8AC3E}">
        <p14:creationId xmlns:p14="http://schemas.microsoft.com/office/powerpoint/2010/main" val="222192590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DC39B2-8D84-83E6-9CDB-6283DB455D74}"/>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CE06D8D8-A881-E0CA-CFAF-7B042ABC68FC}"/>
              </a:ext>
            </a:extLst>
          </p:cNvPr>
          <p:cNvSpPr/>
          <p:nvPr/>
        </p:nvSpPr>
        <p:spPr>
          <a:xfrm>
            <a:off x="-1"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F51D135B-A834-AAC3-5B43-02D4A5344AB7}"/>
              </a:ext>
            </a:extLst>
          </p:cNvPr>
          <p:cNvSpPr txBox="1"/>
          <p:nvPr/>
        </p:nvSpPr>
        <p:spPr>
          <a:xfrm>
            <a:off x="720170" y="549276"/>
            <a:ext cx="5228880" cy="769441"/>
          </a:xfrm>
          <a:prstGeom prst="rect">
            <a:avLst/>
          </a:prstGeom>
          <a:noFill/>
        </p:spPr>
        <p:txBody>
          <a:bodyPr wrap="square" rtlCol="0">
            <a:spAutoFit/>
          </a:bodyPr>
          <a:lstStyle/>
          <a:p>
            <a:r>
              <a:rPr lang="en-GB" sz="4400" b="1">
                <a:solidFill>
                  <a:schemeClr val="accent1">
                    <a:lumMod val="40000"/>
                    <a:lumOff val="60000"/>
                  </a:schemeClr>
                </a:solidFill>
                <a:latin typeface="Satoshi" pitchFamily="50" charset="0"/>
              </a:rPr>
              <a:t>Weibull distribution</a:t>
            </a:r>
            <a:endParaRPr lang="en-GB" sz="4400" b="1" noProof="0">
              <a:solidFill>
                <a:schemeClr val="accent1">
                  <a:lumMod val="40000"/>
                  <a:lumOff val="60000"/>
                </a:schemeClr>
              </a:solidFill>
              <a:latin typeface="Satoshi" pitchFamily="50" charset="0"/>
            </a:endParaRPr>
          </a:p>
        </p:txBody>
      </p:sp>
      <p:sp>
        <p:nvSpPr>
          <p:cNvPr id="2" name="CasellaDiTesto 1">
            <a:extLst>
              <a:ext uri="{FF2B5EF4-FFF2-40B4-BE49-F238E27FC236}">
                <a16:creationId xmlns:a16="http://schemas.microsoft.com/office/drawing/2014/main" id="{459E8061-0333-78CC-EC8A-0D818BC747CA}"/>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3" name="CasellaDiTesto 2">
            <a:extLst>
              <a:ext uri="{FF2B5EF4-FFF2-40B4-BE49-F238E27FC236}">
                <a16:creationId xmlns:a16="http://schemas.microsoft.com/office/drawing/2014/main" id="{D238F907-E076-046F-87AA-0FCD01E10726}"/>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pic>
        <p:nvPicPr>
          <p:cNvPr id="7" name="Immagine 6" descr="Immagine che contiene schermata, linea, Diagramma, testo&#10;&#10;Il contenuto generato dall'IA potrebbe non essere corretto.">
            <a:extLst>
              <a:ext uri="{FF2B5EF4-FFF2-40B4-BE49-F238E27FC236}">
                <a16:creationId xmlns:a16="http://schemas.microsoft.com/office/drawing/2014/main" id="{9B516164-EA09-163C-8C9B-4F616D6C2785}"/>
              </a:ext>
            </a:extLst>
          </p:cNvPr>
          <p:cNvPicPr>
            <a:picLocks noChangeAspect="1"/>
          </p:cNvPicPr>
          <p:nvPr/>
        </p:nvPicPr>
        <p:blipFill>
          <a:blip r:embed="rId2"/>
          <a:srcRect l="1219" r="1"/>
          <a:stretch>
            <a:fillRect/>
          </a:stretch>
        </p:blipFill>
        <p:spPr>
          <a:xfrm>
            <a:off x="2453226" y="2489200"/>
            <a:ext cx="7285546" cy="3748088"/>
          </a:xfrm>
          <a:prstGeom prst="roundRect">
            <a:avLst>
              <a:gd name="adj" fmla="val 5036"/>
            </a:avLst>
          </a:prstGeom>
        </p:spPr>
      </p:pic>
      <p:sp>
        <p:nvSpPr>
          <p:cNvPr id="8" name="CasellaDiTesto 7">
            <a:extLst>
              <a:ext uri="{FF2B5EF4-FFF2-40B4-BE49-F238E27FC236}">
                <a16:creationId xmlns:a16="http://schemas.microsoft.com/office/drawing/2014/main" id="{2BF4E04B-F8A7-FA9B-B6AC-0DBEFE012185}"/>
              </a:ext>
            </a:extLst>
          </p:cNvPr>
          <p:cNvSpPr txBox="1"/>
          <p:nvPr/>
        </p:nvSpPr>
        <p:spPr>
          <a:xfrm>
            <a:off x="720170" y="1393300"/>
            <a:ext cx="10813018" cy="830997"/>
          </a:xfrm>
          <a:prstGeom prst="rect">
            <a:avLst/>
          </a:prstGeom>
          <a:noFill/>
        </p:spPr>
        <p:txBody>
          <a:bodyPr wrap="square" rtlCol="0">
            <a:spAutoFit/>
          </a:bodyPr>
          <a:lstStyle/>
          <a:p>
            <a:r>
              <a:rPr lang="en-US" sz="2400">
                <a:solidFill>
                  <a:schemeClr val="accent4">
                    <a:lumMod val="20000"/>
                    <a:lumOff val="80000"/>
                  </a:schemeClr>
                </a:solidFill>
                <a:latin typeface="Satoshi" pitchFamily="50" charset="0"/>
              </a:rPr>
              <a:t>The Weibull model was used to estimate wind-speed probabilities, providing the statistical distribution used for energy production assessment.</a:t>
            </a:r>
            <a:endParaRPr lang="it-IT" sz="2400">
              <a:solidFill>
                <a:schemeClr val="accent4">
                  <a:lumMod val="20000"/>
                  <a:lumOff val="80000"/>
                </a:schemeClr>
              </a:solidFill>
              <a:latin typeface="Satoshi" pitchFamily="50" charset="0"/>
            </a:endParaRPr>
          </a:p>
        </p:txBody>
      </p:sp>
      <p:pic>
        <p:nvPicPr>
          <p:cNvPr id="9" name="Picture 2">
            <a:extLst>
              <a:ext uri="{FF2B5EF4-FFF2-40B4-BE49-F238E27FC236}">
                <a16:creationId xmlns:a16="http://schemas.microsoft.com/office/drawing/2014/main" id="{7C2D862A-67A4-210B-42CF-5898CDDCCE82}"/>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659132023"/>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E1A2C4-2A76-5F4A-BE1E-346EF4BC8749}"/>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69749278-C915-68CD-A87E-36311AAD25C7}"/>
              </a:ext>
            </a:extLst>
          </p:cNvPr>
          <p:cNvSpPr/>
          <p:nvPr/>
        </p:nvSpPr>
        <p:spPr>
          <a:xfrm>
            <a:off x="0"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8F0C2AAB-C987-0B31-917F-DBDD62116B13}"/>
              </a:ext>
            </a:extLst>
          </p:cNvPr>
          <p:cNvSpPr txBox="1"/>
          <p:nvPr/>
        </p:nvSpPr>
        <p:spPr>
          <a:xfrm>
            <a:off x="695325" y="549276"/>
            <a:ext cx="10085359"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Markovian probability</a:t>
            </a:r>
          </a:p>
        </p:txBody>
      </p:sp>
      <p:sp>
        <p:nvSpPr>
          <p:cNvPr id="2" name="CasellaDiTesto 1">
            <a:extLst>
              <a:ext uri="{FF2B5EF4-FFF2-40B4-BE49-F238E27FC236}">
                <a16:creationId xmlns:a16="http://schemas.microsoft.com/office/drawing/2014/main" id="{BF8DA4A8-0AE2-2CD0-B8A4-A5E4F66F2BBB}"/>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6" name="CasellaDiTesto 5">
            <a:extLst>
              <a:ext uri="{FF2B5EF4-FFF2-40B4-BE49-F238E27FC236}">
                <a16:creationId xmlns:a16="http://schemas.microsoft.com/office/drawing/2014/main" id="{1A5E767E-2D0F-D016-B169-789A1E49984F}"/>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pic>
        <p:nvPicPr>
          <p:cNvPr id="8" name="Immagine 7" descr="Immagine che contiene schermata, testo, Diagramma, Policromia&#10;&#10;Il contenuto generato dall'IA potrebbe non essere corretto.">
            <a:extLst>
              <a:ext uri="{FF2B5EF4-FFF2-40B4-BE49-F238E27FC236}">
                <a16:creationId xmlns:a16="http://schemas.microsoft.com/office/drawing/2014/main" id="{CF945EA7-A876-FA3E-917D-7DE5F4DCD59B}"/>
              </a:ext>
            </a:extLst>
          </p:cNvPr>
          <p:cNvPicPr>
            <a:picLocks noChangeAspect="1"/>
          </p:cNvPicPr>
          <p:nvPr/>
        </p:nvPicPr>
        <p:blipFill>
          <a:blip r:embed="rId2"/>
          <a:srcRect r="3048"/>
          <a:stretch>
            <a:fillRect/>
          </a:stretch>
        </p:blipFill>
        <p:spPr>
          <a:xfrm>
            <a:off x="1480534" y="2540379"/>
            <a:ext cx="9377356" cy="3708616"/>
          </a:xfrm>
          <a:prstGeom prst="roundRect">
            <a:avLst>
              <a:gd name="adj" fmla="val 5698"/>
            </a:avLst>
          </a:prstGeom>
        </p:spPr>
      </p:pic>
      <p:sp>
        <p:nvSpPr>
          <p:cNvPr id="9" name="CasellaDiTesto 8">
            <a:extLst>
              <a:ext uri="{FF2B5EF4-FFF2-40B4-BE49-F238E27FC236}">
                <a16:creationId xmlns:a16="http://schemas.microsoft.com/office/drawing/2014/main" id="{E99DA4A2-C9AA-C782-361D-7BA1C9B92C9F}"/>
              </a:ext>
            </a:extLst>
          </p:cNvPr>
          <p:cNvSpPr txBox="1"/>
          <p:nvPr/>
        </p:nvSpPr>
        <p:spPr>
          <a:xfrm>
            <a:off x="724881" y="1393300"/>
            <a:ext cx="10888663" cy="830997"/>
          </a:xfrm>
          <a:prstGeom prst="rect">
            <a:avLst/>
          </a:prstGeom>
          <a:noFill/>
        </p:spPr>
        <p:txBody>
          <a:bodyPr wrap="square" rtlCol="0">
            <a:spAutoFit/>
          </a:bodyPr>
          <a:lstStyle/>
          <a:p>
            <a:r>
              <a:rPr lang="en-US" sz="2400">
                <a:solidFill>
                  <a:schemeClr val="accent4">
                    <a:lumMod val="20000"/>
                    <a:lumOff val="80000"/>
                  </a:schemeClr>
                </a:solidFill>
                <a:latin typeface="Satoshi" pitchFamily="50" charset="0"/>
              </a:rPr>
              <a:t>A Markov transition matrix was used to model how wind speed evolves over time, capturing its temporal variability for more realistic simulations.</a:t>
            </a:r>
            <a:endParaRPr lang="it-IT" sz="2400">
              <a:solidFill>
                <a:schemeClr val="accent4">
                  <a:lumMod val="20000"/>
                  <a:lumOff val="80000"/>
                </a:schemeClr>
              </a:solidFill>
              <a:latin typeface="Satoshi" pitchFamily="50" charset="0"/>
            </a:endParaRPr>
          </a:p>
        </p:txBody>
      </p:sp>
      <p:pic>
        <p:nvPicPr>
          <p:cNvPr id="10" name="Picture 2">
            <a:extLst>
              <a:ext uri="{FF2B5EF4-FFF2-40B4-BE49-F238E27FC236}">
                <a16:creationId xmlns:a16="http://schemas.microsoft.com/office/drawing/2014/main" id="{CB4477D4-C76C-E1FC-3BB2-4F7853819F2E}"/>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2068140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2313AC-FEC1-12B7-FB11-8FAB7591FC37}"/>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7C80050D-2375-4B6D-C130-32E7C107BB07}"/>
              </a:ext>
            </a:extLst>
          </p:cNvPr>
          <p:cNvSpPr/>
          <p:nvPr/>
        </p:nvSpPr>
        <p:spPr>
          <a:xfrm>
            <a:off x="-1"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E76F89DA-3A1D-BA85-3222-A59892EAD725}"/>
              </a:ext>
            </a:extLst>
          </p:cNvPr>
          <p:cNvSpPr txBox="1"/>
          <p:nvPr/>
        </p:nvSpPr>
        <p:spPr>
          <a:xfrm>
            <a:off x="724881" y="549276"/>
            <a:ext cx="5066320"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Correction factors</a:t>
            </a:r>
          </a:p>
        </p:txBody>
      </p:sp>
      <p:sp>
        <p:nvSpPr>
          <p:cNvPr id="2" name="CasellaDiTesto 1">
            <a:extLst>
              <a:ext uri="{FF2B5EF4-FFF2-40B4-BE49-F238E27FC236}">
                <a16:creationId xmlns:a16="http://schemas.microsoft.com/office/drawing/2014/main" id="{3A0712FC-932B-097A-E778-36070ACA1872}"/>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3" name="CasellaDiTesto 2">
            <a:extLst>
              <a:ext uri="{FF2B5EF4-FFF2-40B4-BE49-F238E27FC236}">
                <a16:creationId xmlns:a16="http://schemas.microsoft.com/office/drawing/2014/main" id="{27EAEE6C-7125-27BC-AF36-C4D221EF4FEB}"/>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7" name="CasellaDiTesto 6">
            <a:extLst>
              <a:ext uri="{FF2B5EF4-FFF2-40B4-BE49-F238E27FC236}">
                <a16:creationId xmlns:a16="http://schemas.microsoft.com/office/drawing/2014/main" id="{867138C5-F0C1-8D65-89AA-8339CCDC85C7}"/>
              </a:ext>
            </a:extLst>
          </p:cNvPr>
          <p:cNvSpPr txBox="1"/>
          <p:nvPr/>
        </p:nvSpPr>
        <p:spPr>
          <a:xfrm>
            <a:off x="724881" y="1393300"/>
            <a:ext cx="10808307" cy="4585871"/>
          </a:xfrm>
          <a:prstGeom prst="rect">
            <a:avLst/>
          </a:prstGeom>
          <a:noFill/>
        </p:spPr>
        <p:txBody>
          <a:bodyPr wrap="square" lIns="91440" tIns="45720" rIns="91440" bIns="45720" rtlCol="0" anchor="t">
            <a:spAutoFit/>
          </a:bodyPr>
          <a:lstStyle/>
          <a:p>
            <a:pPr>
              <a:spcAft>
                <a:spcPts val="1200"/>
              </a:spcAft>
            </a:pPr>
            <a:r>
              <a:rPr lang="en-US" sz="2400">
                <a:solidFill>
                  <a:schemeClr val="accent4">
                    <a:lumMod val="20000"/>
                    <a:lumOff val="80000"/>
                  </a:schemeClr>
                </a:solidFill>
                <a:latin typeface="Satoshi"/>
              </a:rPr>
              <a:t>To </a:t>
            </a:r>
            <a:r>
              <a:rPr lang="en-US" sz="2400" err="1">
                <a:solidFill>
                  <a:schemeClr val="accent4">
                    <a:lumMod val="20000"/>
                    <a:lumOff val="80000"/>
                  </a:schemeClr>
                </a:solidFill>
                <a:latin typeface="Satoshi"/>
              </a:rPr>
              <a:t>obtain</a:t>
            </a:r>
            <a:r>
              <a:rPr lang="en-US" sz="2400">
                <a:solidFill>
                  <a:schemeClr val="accent4">
                    <a:lumMod val="20000"/>
                    <a:lumOff val="80000"/>
                  </a:schemeClr>
                </a:solidFill>
                <a:latin typeface="Satoshi"/>
              </a:rPr>
              <a:t> </a:t>
            </a:r>
            <a:r>
              <a:rPr lang="en-US" sz="2400" err="1">
                <a:solidFill>
                  <a:schemeClr val="accent4">
                    <a:lumMod val="20000"/>
                    <a:lumOff val="80000"/>
                  </a:schemeClr>
                </a:solidFill>
                <a:latin typeface="Satoshi"/>
              </a:rPr>
              <a:t>realistic</a:t>
            </a:r>
            <a:r>
              <a:rPr lang="en-US" sz="2400">
                <a:solidFill>
                  <a:schemeClr val="accent4">
                    <a:lumMod val="20000"/>
                    <a:lumOff val="80000"/>
                  </a:schemeClr>
                </a:solidFill>
                <a:latin typeface="Satoshi"/>
              </a:rPr>
              <a:t> energy production </a:t>
            </a:r>
            <a:r>
              <a:rPr lang="en-US" sz="2400" err="1">
                <a:solidFill>
                  <a:schemeClr val="accent4">
                    <a:lumMod val="20000"/>
                    <a:lumOff val="80000"/>
                  </a:schemeClr>
                </a:solidFill>
                <a:latin typeface="Satoshi"/>
              </a:rPr>
              <a:t>estimates</a:t>
            </a:r>
            <a:r>
              <a:rPr lang="en-US" sz="2400">
                <a:solidFill>
                  <a:schemeClr val="accent4">
                    <a:lumMod val="20000"/>
                    <a:lumOff val="80000"/>
                  </a:schemeClr>
                </a:solidFill>
                <a:latin typeface="Satoshi"/>
              </a:rPr>
              <a:t>, </a:t>
            </a:r>
            <a:r>
              <a:rPr lang="en-US" sz="2400" err="1">
                <a:solidFill>
                  <a:schemeClr val="accent4">
                    <a:lumMod val="20000"/>
                    <a:lumOff val="80000"/>
                  </a:schemeClr>
                </a:solidFill>
                <a:latin typeface="Satoshi"/>
              </a:rPr>
              <a:t>several</a:t>
            </a:r>
            <a:r>
              <a:rPr lang="en-US" sz="2400">
                <a:solidFill>
                  <a:schemeClr val="accent4">
                    <a:lumMod val="20000"/>
                    <a:lumOff val="80000"/>
                  </a:schemeClr>
                </a:solidFill>
                <a:latin typeface="Satoshi"/>
              </a:rPr>
              <a:t> </a:t>
            </a:r>
            <a:r>
              <a:rPr lang="en-US" sz="2400" err="1">
                <a:solidFill>
                  <a:schemeClr val="accent4">
                    <a:lumMod val="20000"/>
                    <a:lumOff val="80000"/>
                  </a:schemeClr>
                </a:solidFill>
                <a:latin typeface="Satoshi"/>
              </a:rPr>
              <a:t>correction</a:t>
            </a:r>
            <a:r>
              <a:rPr lang="en-US" sz="2400">
                <a:solidFill>
                  <a:schemeClr val="accent4">
                    <a:lumMod val="20000"/>
                    <a:lumOff val="80000"/>
                  </a:schemeClr>
                </a:solidFill>
                <a:latin typeface="Satoshi"/>
              </a:rPr>
              <a:t> </a:t>
            </a:r>
            <a:r>
              <a:rPr lang="en-US" sz="2400" err="1">
                <a:solidFill>
                  <a:schemeClr val="accent4">
                    <a:lumMod val="20000"/>
                    <a:lumOff val="80000"/>
                  </a:schemeClr>
                </a:solidFill>
                <a:latin typeface="Satoshi"/>
              </a:rPr>
              <a:t>factors</a:t>
            </a:r>
            <a:r>
              <a:rPr lang="en-US" sz="2400">
                <a:solidFill>
                  <a:schemeClr val="accent4">
                    <a:lumMod val="20000"/>
                    <a:lumOff val="80000"/>
                  </a:schemeClr>
                </a:solidFill>
                <a:latin typeface="Satoshi"/>
              </a:rPr>
              <a:t> </a:t>
            </a:r>
            <a:r>
              <a:rPr lang="en-US" sz="2400" err="1">
                <a:solidFill>
                  <a:schemeClr val="accent4">
                    <a:lumMod val="20000"/>
                    <a:lumOff val="80000"/>
                  </a:schemeClr>
                </a:solidFill>
                <a:latin typeface="Satoshi"/>
              </a:rPr>
              <a:t>were</a:t>
            </a:r>
            <a:r>
              <a:rPr lang="en-US" sz="2400">
                <a:solidFill>
                  <a:schemeClr val="accent4">
                    <a:lumMod val="20000"/>
                    <a:lumOff val="80000"/>
                  </a:schemeClr>
                </a:solidFill>
                <a:latin typeface="Satoshi"/>
              </a:rPr>
              <a:t> </a:t>
            </a:r>
            <a:r>
              <a:rPr lang="en-US" sz="2400" err="1">
                <a:solidFill>
                  <a:schemeClr val="accent4">
                    <a:lumMod val="20000"/>
                    <a:lumOff val="80000"/>
                  </a:schemeClr>
                </a:solidFill>
                <a:latin typeface="Satoshi"/>
              </a:rPr>
              <a:t>applied</a:t>
            </a:r>
            <a:r>
              <a:rPr lang="en-US" sz="2400">
                <a:solidFill>
                  <a:schemeClr val="accent4">
                    <a:lumMod val="20000"/>
                    <a:lumOff val="80000"/>
                  </a:schemeClr>
                </a:solidFill>
                <a:latin typeface="Satoshi"/>
              </a:rPr>
              <a:t> to account for </a:t>
            </a:r>
            <a:r>
              <a:rPr lang="en-US" sz="2400" err="1">
                <a:solidFill>
                  <a:schemeClr val="accent4">
                    <a:lumMod val="20000"/>
                    <a:lumOff val="80000"/>
                  </a:schemeClr>
                </a:solidFill>
                <a:latin typeface="Satoshi"/>
              </a:rPr>
              <a:t>physical</a:t>
            </a:r>
            <a:r>
              <a:rPr lang="en-US" sz="2400">
                <a:solidFill>
                  <a:schemeClr val="accent4">
                    <a:lumMod val="20000"/>
                    <a:lumOff val="80000"/>
                  </a:schemeClr>
                </a:solidFill>
                <a:latin typeface="Satoshi"/>
              </a:rPr>
              <a:t> </a:t>
            </a:r>
            <a:r>
              <a:rPr lang="en-US" sz="2400" err="1">
                <a:solidFill>
                  <a:schemeClr val="accent4">
                    <a:lumMod val="20000"/>
                    <a:lumOff val="80000"/>
                  </a:schemeClr>
                </a:solidFill>
                <a:latin typeface="Satoshi"/>
              </a:rPr>
              <a:t>conditions</a:t>
            </a:r>
            <a:r>
              <a:rPr lang="en-US" sz="2400">
                <a:solidFill>
                  <a:schemeClr val="accent4">
                    <a:lumMod val="20000"/>
                    <a:lumOff val="80000"/>
                  </a:schemeClr>
                </a:solidFill>
                <a:latin typeface="Satoshi"/>
              </a:rPr>
              <a:t>, technical </a:t>
            </a:r>
            <a:r>
              <a:rPr lang="en-US" sz="2400" err="1">
                <a:solidFill>
                  <a:schemeClr val="accent4">
                    <a:lumMod val="20000"/>
                    <a:lumOff val="80000"/>
                  </a:schemeClr>
                </a:solidFill>
                <a:latin typeface="Satoshi"/>
              </a:rPr>
              <a:t>losses</a:t>
            </a:r>
            <a:r>
              <a:rPr lang="en-US" sz="2400">
                <a:solidFill>
                  <a:schemeClr val="accent4">
                    <a:lumMod val="20000"/>
                    <a:lumOff val="80000"/>
                  </a:schemeClr>
                </a:solidFill>
                <a:latin typeface="Satoshi"/>
              </a:rPr>
              <a:t>, and turbine </a:t>
            </a:r>
            <a:r>
              <a:rPr lang="en-US" sz="2400" err="1">
                <a:solidFill>
                  <a:schemeClr val="accent4">
                    <a:lumMod val="20000"/>
                    <a:lumOff val="80000"/>
                  </a:schemeClr>
                </a:solidFill>
                <a:latin typeface="Satoshi"/>
              </a:rPr>
              <a:t>availability</a:t>
            </a:r>
            <a:r>
              <a:rPr lang="en-US" sz="2400">
                <a:solidFill>
                  <a:schemeClr val="accent4">
                    <a:lumMod val="20000"/>
                    <a:lumOff val="80000"/>
                  </a:schemeClr>
                </a:solidFill>
                <a:latin typeface="Satoshi"/>
              </a:rPr>
              <a:t>:</a:t>
            </a:r>
          </a:p>
          <a:p>
            <a:pPr marL="285750" indent="-285750">
              <a:buFont typeface="Arial" panose="020B0604020202020204" pitchFamily="34" charset="0"/>
              <a:buChar char="•"/>
            </a:pPr>
            <a:r>
              <a:rPr lang="en-US" b="1">
                <a:solidFill>
                  <a:schemeClr val="accent1">
                    <a:lumMod val="60000"/>
                    <a:lumOff val="40000"/>
                  </a:schemeClr>
                </a:solidFill>
                <a:latin typeface="Satoshi"/>
              </a:rPr>
              <a:t>Air Density Correction</a:t>
            </a:r>
            <a:br>
              <a:rPr lang="en-US">
                <a:latin typeface="Satoshi" pitchFamily="50" charset="0"/>
              </a:rPr>
            </a:br>
            <a:r>
              <a:rPr lang="en-US">
                <a:solidFill>
                  <a:schemeClr val="accent4">
                    <a:lumMod val="20000"/>
                    <a:lumOff val="80000"/>
                  </a:schemeClr>
                </a:solidFill>
                <a:latin typeface="Satoshi"/>
              </a:rPr>
              <a:t>Real air density was calculated using site-specific temperature and pressure data at 150 m. The ratio between real and ideal air density was applied as a correction factor.</a:t>
            </a:r>
          </a:p>
          <a:p>
            <a:pPr marL="285750" indent="-285750">
              <a:buFont typeface="Arial" panose="020B0604020202020204" pitchFamily="34" charset="0"/>
              <a:buChar char="•"/>
            </a:pPr>
            <a:r>
              <a:rPr lang="en-US" b="1">
                <a:solidFill>
                  <a:schemeClr val="accent1">
                    <a:lumMod val="60000"/>
                    <a:lumOff val="40000"/>
                  </a:schemeClr>
                </a:solidFill>
                <a:latin typeface="Satoshi"/>
              </a:rPr>
              <a:t>Generation, Mechanical &amp; Electrical Losses</a:t>
            </a:r>
            <a:br>
              <a:rPr lang="en-US">
                <a:latin typeface="Satoshi" pitchFamily="50" charset="0"/>
              </a:rPr>
            </a:br>
            <a:r>
              <a:rPr lang="en-US">
                <a:solidFill>
                  <a:schemeClr val="accent4">
                    <a:lumMod val="20000"/>
                    <a:lumOff val="80000"/>
                  </a:schemeClr>
                </a:solidFill>
                <a:latin typeface="Satoshi"/>
              </a:rPr>
              <a:t>Standard correction factors from the literature were applied to account for generator efficiency, drivetrain losses, and electrical transmission losses.</a:t>
            </a:r>
            <a:endParaRPr lang="en-US">
              <a:solidFill>
                <a:schemeClr val="accent4">
                  <a:lumMod val="20000"/>
                  <a:lumOff val="80000"/>
                </a:schemeClr>
              </a:solidFill>
            </a:endParaRPr>
          </a:p>
          <a:p>
            <a:pPr marL="285750" indent="-285750">
              <a:buFont typeface="Arial" panose="020B0604020202020204" pitchFamily="34" charset="0"/>
              <a:buChar char="•"/>
            </a:pPr>
            <a:r>
              <a:rPr lang="en-US" b="1">
                <a:solidFill>
                  <a:schemeClr val="accent1">
                    <a:lumMod val="60000"/>
                    <a:lumOff val="40000"/>
                  </a:schemeClr>
                </a:solidFill>
                <a:latin typeface="Satoshi"/>
              </a:rPr>
              <a:t>Turbine </a:t>
            </a:r>
            <a:r>
              <a:rPr lang="en-US" b="1" err="1">
                <a:solidFill>
                  <a:schemeClr val="accent1">
                    <a:lumMod val="60000"/>
                    <a:lumOff val="40000"/>
                  </a:schemeClr>
                </a:solidFill>
                <a:latin typeface="Satoshi"/>
              </a:rPr>
              <a:t>Availability</a:t>
            </a:r>
            <a:br>
              <a:rPr lang="en-US">
                <a:latin typeface="Satoshi" pitchFamily="50" charset="0"/>
              </a:rPr>
            </a:br>
            <a:r>
              <a:rPr lang="en-US">
                <a:solidFill>
                  <a:schemeClr val="accent4">
                    <a:lumMod val="20000"/>
                    <a:lumOff val="80000"/>
                  </a:schemeClr>
                </a:solidFill>
                <a:latin typeface="Satoshi"/>
              </a:rPr>
              <a:t>An </a:t>
            </a:r>
            <a:r>
              <a:rPr lang="en-US" err="1">
                <a:solidFill>
                  <a:schemeClr val="accent4">
                    <a:lumMod val="20000"/>
                    <a:lumOff val="80000"/>
                  </a:schemeClr>
                </a:solidFill>
                <a:latin typeface="Satoshi"/>
              </a:rPr>
              <a:t>availability</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factor</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was</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included</a:t>
            </a:r>
            <a:r>
              <a:rPr lang="en-US">
                <a:solidFill>
                  <a:schemeClr val="accent4">
                    <a:lumMod val="20000"/>
                    <a:lumOff val="80000"/>
                  </a:schemeClr>
                </a:solidFill>
                <a:latin typeface="Satoshi"/>
              </a:rPr>
              <a:t> to </a:t>
            </a:r>
            <a:r>
              <a:rPr lang="en-US" err="1">
                <a:solidFill>
                  <a:schemeClr val="accent4">
                    <a:lumMod val="20000"/>
                    <a:lumOff val="80000"/>
                  </a:schemeClr>
                </a:solidFill>
                <a:latin typeface="Satoshi"/>
              </a:rPr>
              <a:t>reflect</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planned</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maintenance</a:t>
            </a:r>
            <a:r>
              <a:rPr lang="en-US">
                <a:solidFill>
                  <a:schemeClr val="accent4">
                    <a:lumMod val="20000"/>
                    <a:lumOff val="80000"/>
                  </a:schemeClr>
                </a:solidFill>
                <a:latin typeface="Satoshi"/>
              </a:rPr>
              <a:t> and </a:t>
            </a:r>
            <a:r>
              <a:rPr lang="en-US" err="1">
                <a:solidFill>
                  <a:schemeClr val="accent4">
                    <a:lumMod val="20000"/>
                    <a:lumOff val="80000"/>
                  </a:schemeClr>
                </a:solidFill>
                <a:latin typeface="Satoshi"/>
              </a:rPr>
              <a:t>unplanned</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outages</a:t>
            </a:r>
            <a:r>
              <a:rPr lang="en-US">
                <a:solidFill>
                  <a:schemeClr val="accent4">
                    <a:lumMod val="20000"/>
                    <a:lumOff val="80000"/>
                  </a:schemeClr>
                </a:solidFill>
                <a:latin typeface="Satoshi"/>
              </a:rPr>
              <a:t>. A reliability </a:t>
            </a:r>
            <a:r>
              <a:rPr lang="en-US" err="1">
                <a:solidFill>
                  <a:schemeClr val="accent4">
                    <a:lumMod val="20000"/>
                    <a:lumOff val="80000"/>
                  </a:schemeClr>
                </a:solidFill>
                <a:latin typeface="Satoshi"/>
              </a:rPr>
              <a:t>coefficient</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was</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used</a:t>
            </a:r>
            <a:r>
              <a:rPr lang="en-US">
                <a:solidFill>
                  <a:schemeClr val="accent4">
                    <a:lumMod val="20000"/>
                    <a:lumOff val="80000"/>
                  </a:schemeClr>
                </a:solidFill>
                <a:latin typeface="Satoshi"/>
              </a:rPr>
              <a:t> to estimate </a:t>
            </a:r>
            <a:r>
              <a:rPr lang="en-US" err="1">
                <a:solidFill>
                  <a:schemeClr val="accent4">
                    <a:lumMod val="20000"/>
                    <a:lumOff val="80000"/>
                  </a:schemeClr>
                </a:solidFill>
                <a:latin typeface="Satoshi"/>
              </a:rPr>
              <a:t>effective</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operational</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availability</a:t>
            </a:r>
            <a:r>
              <a:rPr lang="en-US">
                <a:solidFill>
                  <a:schemeClr val="accent4">
                    <a:lumMod val="20000"/>
                    <a:lumOff val="80000"/>
                  </a:schemeClr>
                </a:solidFill>
                <a:latin typeface="Satoshi"/>
              </a:rPr>
              <a:t>.</a:t>
            </a:r>
          </a:p>
          <a:p>
            <a:pPr marL="285750" indent="-285750">
              <a:buFont typeface="Arial" panose="020B0604020202020204" pitchFamily="34" charset="0"/>
              <a:buChar char="•"/>
            </a:pPr>
            <a:r>
              <a:rPr lang="en-US" b="1" err="1">
                <a:solidFill>
                  <a:schemeClr val="accent1">
                    <a:lumMod val="60000"/>
                    <a:lumOff val="40000"/>
                  </a:schemeClr>
                </a:solidFill>
                <a:latin typeface="Satoshi"/>
              </a:rPr>
              <a:t>Monthly</a:t>
            </a:r>
            <a:r>
              <a:rPr lang="en-US" b="1">
                <a:solidFill>
                  <a:schemeClr val="accent1">
                    <a:lumMod val="60000"/>
                    <a:lumOff val="40000"/>
                  </a:schemeClr>
                </a:solidFill>
                <a:latin typeface="Satoshi"/>
              </a:rPr>
              <a:t> Wind Speed &amp; Power-</a:t>
            </a:r>
            <a:r>
              <a:rPr lang="en-US" b="1" err="1">
                <a:solidFill>
                  <a:schemeClr val="accent1">
                    <a:lumMod val="60000"/>
                    <a:lumOff val="40000"/>
                  </a:schemeClr>
                </a:solidFill>
                <a:latin typeface="Satoshi"/>
              </a:rPr>
              <a:t>Density</a:t>
            </a:r>
            <a:r>
              <a:rPr lang="en-US" b="1">
                <a:solidFill>
                  <a:schemeClr val="accent1">
                    <a:lumMod val="60000"/>
                    <a:lumOff val="40000"/>
                  </a:schemeClr>
                </a:solidFill>
                <a:latin typeface="Satoshi"/>
              </a:rPr>
              <a:t> </a:t>
            </a:r>
            <a:r>
              <a:rPr lang="en-US" b="1" err="1">
                <a:solidFill>
                  <a:schemeClr val="accent1">
                    <a:lumMod val="60000"/>
                    <a:lumOff val="40000"/>
                  </a:schemeClr>
                </a:solidFill>
                <a:latin typeface="Satoshi"/>
              </a:rPr>
              <a:t>Adjustments</a:t>
            </a:r>
            <a:br>
              <a:rPr lang="en-US">
                <a:latin typeface="Satoshi" pitchFamily="50" charset="0"/>
              </a:rPr>
            </a:br>
            <a:r>
              <a:rPr lang="en-US">
                <a:solidFill>
                  <a:schemeClr val="accent4">
                    <a:lumMod val="20000"/>
                    <a:lumOff val="80000"/>
                  </a:schemeClr>
                </a:solidFill>
                <a:latin typeface="Satoshi"/>
              </a:rPr>
              <a:t>A shear-</a:t>
            </a:r>
            <a:r>
              <a:rPr lang="en-US" err="1">
                <a:solidFill>
                  <a:schemeClr val="accent4">
                    <a:lumMod val="20000"/>
                    <a:lumOff val="80000"/>
                  </a:schemeClr>
                </a:solidFill>
                <a:latin typeface="Satoshi"/>
              </a:rPr>
              <a:t>correction</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factor</a:t>
            </a:r>
            <a:r>
              <a:rPr lang="en-US">
                <a:solidFill>
                  <a:schemeClr val="accent4">
                    <a:lumMod val="20000"/>
                    <a:lumOff val="80000"/>
                  </a:schemeClr>
                </a:solidFill>
                <a:latin typeface="Satoshi"/>
              </a:rPr>
              <a:t> and </a:t>
            </a:r>
            <a:r>
              <a:rPr lang="en-US" err="1">
                <a:solidFill>
                  <a:schemeClr val="accent4">
                    <a:lumMod val="20000"/>
                    <a:lumOff val="80000"/>
                  </a:schemeClr>
                </a:solidFill>
                <a:latin typeface="Satoshi"/>
              </a:rPr>
              <a:t>monthly</a:t>
            </a:r>
            <a:r>
              <a:rPr lang="en-US">
                <a:solidFill>
                  <a:schemeClr val="accent4">
                    <a:lumMod val="20000"/>
                    <a:lumOff val="80000"/>
                  </a:schemeClr>
                </a:solidFill>
                <a:latin typeface="Satoshi"/>
              </a:rPr>
              <a:t> power-</a:t>
            </a:r>
            <a:r>
              <a:rPr lang="en-US" err="1">
                <a:solidFill>
                  <a:schemeClr val="accent4">
                    <a:lumMod val="20000"/>
                    <a:lumOff val="80000"/>
                  </a:schemeClr>
                </a:solidFill>
                <a:latin typeface="Satoshi"/>
              </a:rPr>
              <a:t>density</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multipliers</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were</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applied</a:t>
            </a:r>
            <a:r>
              <a:rPr lang="en-US">
                <a:solidFill>
                  <a:schemeClr val="accent4">
                    <a:lumMod val="20000"/>
                    <a:lumOff val="80000"/>
                  </a:schemeClr>
                </a:solidFill>
                <a:latin typeface="Satoshi"/>
              </a:rPr>
              <a:t> to </a:t>
            </a:r>
            <a:r>
              <a:rPr lang="en-US" err="1">
                <a:solidFill>
                  <a:schemeClr val="accent4">
                    <a:lumMod val="20000"/>
                    <a:lumOff val="80000"/>
                  </a:schemeClr>
                </a:solidFill>
                <a:latin typeface="Satoshi"/>
              </a:rPr>
              <a:t>better</a:t>
            </a:r>
            <a:r>
              <a:rPr lang="en-US">
                <a:solidFill>
                  <a:schemeClr val="accent4">
                    <a:lumMod val="20000"/>
                    <a:lumOff val="80000"/>
                  </a:schemeClr>
                </a:solidFill>
                <a:latin typeface="Satoshi"/>
              </a:rPr>
              <a:t> match the </a:t>
            </a:r>
            <a:r>
              <a:rPr lang="en-US" err="1">
                <a:solidFill>
                  <a:schemeClr val="accent4">
                    <a:lumMod val="20000"/>
                    <a:lumOff val="80000"/>
                  </a:schemeClr>
                </a:solidFill>
                <a:latin typeface="Satoshi"/>
              </a:rPr>
              <a:t>vertical</a:t>
            </a:r>
            <a:r>
              <a:rPr lang="en-US">
                <a:solidFill>
                  <a:schemeClr val="accent4">
                    <a:lumMod val="20000"/>
                    <a:lumOff val="80000"/>
                  </a:schemeClr>
                </a:solidFill>
                <a:latin typeface="Satoshi"/>
              </a:rPr>
              <a:t> wind </a:t>
            </a:r>
            <a:r>
              <a:rPr lang="en-US" err="1">
                <a:solidFill>
                  <a:schemeClr val="accent4">
                    <a:lumMod val="20000"/>
                    <a:lumOff val="80000"/>
                  </a:schemeClr>
                </a:solidFill>
                <a:latin typeface="Satoshi"/>
              </a:rPr>
              <a:t>profile</a:t>
            </a:r>
            <a:r>
              <a:rPr lang="en-US">
                <a:solidFill>
                  <a:schemeClr val="accent4">
                    <a:lumMod val="20000"/>
                    <a:lumOff val="80000"/>
                  </a:schemeClr>
                </a:solidFill>
                <a:latin typeface="Satoshi"/>
              </a:rPr>
              <a:t> and long-</a:t>
            </a:r>
            <a:r>
              <a:rPr lang="en-US" err="1">
                <a:solidFill>
                  <a:schemeClr val="accent4">
                    <a:lumMod val="20000"/>
                    <a:lumOff val="80000"/>
                  </a:schemeClr>
                </a:solidFill>
                <a:latin typeface="Satoshi"/>
              </a:rPr>
              <a:t>term</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mean</a:t>
            </a:r>
            <a:r>
              <a:rPr lang="en-US">
                <a:solidFill>
                  <a:schemeClr val="accent4">
                    <a:lumMod val="20000"/>
                    <a:lumOff val="80000"/>
                  </a:schemeClr>
                </a:solidFill>
                <a:latin typeface="Satoshi"/>
              </a:rPr>
              <a:t> </a:t>
            </a:r>
            <a:r>
              <a:rPr lang="en-US" err="1">
                <a:solidFill>
                  <a:schemeClr val="accent4">
                    <a:lumMod val="20000"/>
                    <a:lumOff val="80000"/>
                  </a:schemeClr>
                </a:solidFill>
                <a:latin typeface="Satoshi"/>
              </a:rPr>
              <a:t>conditions</a:t>
            </a:r>
            <a:r>
              <a:rPr lang="en-US">
                <a:solidFill>
                  <a:schemeClr val="accent4">
                    <a:lumMod val="20000"/>
                    <a:lumOff val="80000"/>
                  </a:schemeClr>
                </a:solidFill>
                <a:latin typeface="Satoshi"/>
              </a:rPr>
              <a:t>.</a:t>
            </a:r>
          </a:p>
          <a:p>
            <a:endParaRPr lang="it-IT"/>
          </a:p>
        </p:txBody>
      </p:sp>
      <p:pic>
        <p:nvPicPr>
          <p:cNvPr id="8" name="Picture 2">
            <a:extLst>
              <a:ext uri="{FF2B5EF4-FFF2-40B4-BE49-F238E27FC236}">
                <a16:creationId xmlns:a16="http://schemas.microsoft.com/office/drawing/2014/main" id="{68499074-BAF7-A178-4B52-3827FA0CD35E}"/>
              </a:ext>
            </a:extLst>
          </p:cNvPr>
          <p:cNvPicPr>
            <a:picLocks noChangeAspect="1" noChangeArrowheads="1"/>
          </p:cNvPicPr>
          <p:nvPr/>
        </p:nvPicPr>
        <p:blipFill rotWithShape="1">
          <a:blip r:embed="rId2">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8485375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770F43-1EFA-B560-5957-67A905E59AAA}"/>
            </a:ext>
          </a:extLst>
        </p:cNvPr>
        <p:cNvGrpSpPr/>
        <p:nvPr/>
      </p:nvGrpSpPr>
      <p:grpSpPr>
        <a:xfrm>
          <a:off x="0" y="0"/>
          <a:ext cx="0" cy="0"/>
          <a:chOff x="0" y="0"/>
          <a:chExt cx="0" cy="0"/>
        </a:xfrm>
      </p:grpSpPr>
      <p:sp>
        <p:nvSpPr>
          <p:cNvPr id="4" name="Rettangolo 3">
            <a:extLst>
              <a:ext uri="{FF2B5EF4-FFF2-40B4-BE49-F238E27FC236}">
                <a16:creationId xmlns:a16="http://schemas.microsoft.com/office/drawing/2014/main" id="{0969E203-656B-44DF-35C1-36926D160CAE}"/>
              </a:ext>
            </a:extLst>
          </p:cNvPr>
          <p:cNvSpPr/>
          <p:nvPr/>
        </p:nvSpPr>
        <p:spPr>
          <a:xfrm>
            <a:off x="-1" y="0"/>
            <a:ext cx="12192001" cy="6858000"/>
          </a:xfrm>
          <a:prstGeom prst="rect">
            <a:avLst/>
          </a:prstGeom>
          <a:solidFill>
            <a:schemeClr val="accent1">
              <a:lumMod val="5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latin typeface="Quicksand" pitchFamily="2" charset="0"/>
            </a:endParaRPr>
          </a:p>
        </p:txBody>
      </p:sp>
      <p:sp>
        <p:nvSpPr>
          <p:cNvPr id="39" name="CasellaDiTesto 38">
            <a:extLst>
              <a:ext uri="{FF2B5EF4-FFF2-40B4-BE49-F238E27FC236}">
                <a16:creationId xmlns:a16="http://schemas.microsoft.com/office/drawing/2014/main" id="{4D35C7E8-553D-EE4F-9395-1655143DED56}"/>
              </a:ext>
            </a:extLst>
          </p:cNvPr>
          <p:cNvSpPr txBox="1"/>
          <p:nvPr/>
        </p:nvSpPr>
        <p:spPr>
          <a:xfrm>
            <a:off x="724881" y="549276"/>
            <a:ext cx="2089440"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Results</a:t>
            </a:r>
          </a:p>
        </p:txBody>
      </p:sp>
      <p:sp>
        <p:nvSpPr>
          <p:cNvPr id="2" name="CasellaDiTesto 1">
            <a:extLst>
              <a:ext uri="{FF2B5EF4-FFF2-40B4-BE49-F238E27FC236}">
                <a16:creationId xmlns:a16="http://schemas.microsoft.com/office/drawing/2014/main" id="{0702D309-96B8-B3E5-C617-04A605CB065A}"/>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3" name="CasellaDiTesto 2">
            <a:extLst>
              <a:ext uri="{FF2B5EF4-FFF2-40B4-BE49-F238E27FC236}">
                <a16:creationId xmlns:a16="http://schemas.microsoft.com/office/drawing/2014/main" id="{705F5F7E-52AB-0CC5-5EB9-D661AEAE9968}"/>
              </a:ext>
            </a:extLst>
          </p:cNvPr>
          <p:cNvSpPr txBox="1"/>
          <p:nvPr/>
        </p:nvSpPr>
        <p:spPr>
          <a:xfrm>
            <a:off x="724881" y="74583"/>
            <a:ext cx="1627168"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pic>
        <p:nvPicPr>
          <p:cNvPr id="7" name="Immagine 6" descr="Immagine che contiene schermata, linea, Diagramma, testo&#10;&#10;Il contenuto generato dall'IA potrebbe non essere corretto.">
            <a:extLst>
              <a:ext uri="{FF2B5EF4-FFF2-40B4-BE49-F238E27FC236}">
                <a16:creationId xmlns:a16="http://schemas.microsoft.com/office/drawing/2014/main" id="{5B9D8326-FBAD-187F-8467-B377A5023D8F}"/>
              </a:ext>
            </a:extLst>
          </p:cNvPr>
          <p:cNvPicPr>
            <a:picLocks noChangeAspect="1"/>
          </p:cNvPicPr>
          <p:nvPr/>
        </p:nvPicPr>
        <p:blipFill>
          <a:blip r:embed="rId2"/>
          <a:stretch>
            <a:fillRect/>
          </a:stretch>
        </p:blipFill>
        <p:spPr>
          <a:xfrm>
            <a:off x="993928" y="2743492"/>
            <a:ext cx="7019494" cy="3506254"/>
          </a:xfrm>
          <a:prstGeom prst="roundRect">
            <a:avLst>
              <a:gd name="adj" fmla="val 5002"/>
            </a:avLst>
          </a:prstGeom>
        </p:spPr>
      </p:pic>
      <p:sp>
        <p:nvSpPr>
          <p:cNvPr id="8" name="CasellaDiTesto 7">
            <a:extLst>
              <a:ext uri="{FF2B5EF4-FFF2-40B4-BE49-F238E27FC236}">
                <a16:creationId xmlns:a16="http://schemas.microsoft.com/office/drawing/2014/main" id="{8507FE10-4F8A-79CD-58A8-750B795625E6}"/>
              </a:ext>
            </a:extLst>
          </p:cNvPr>
          <p:cNvSpPr txBox="1"/>
          <p:nvPr/>
        </p:nvSpPr>
        <p:spPr>
          <a:xfrm>
            <a:off x="724881" y="1393300"/>
            <a:ext cx="10837863" cy="1200329"/>
          </a:xfrm>
          <a:prstGeom prst="rect">
            <a:avLst/>
          </a:prstGeom>
          <a:noFill/>
        </p:spPr>
        <p:txBody>
          <a:bodyPr wrap="square" rtlCol="0">
            <a:spAutoFit/>
          </a:bodyPr>
          <a:lstStyle/>
          <a:p>
            <a:r>
              <a:rPr lang="en-US" sz="2400" b="1">
                <a:solidFill>
                  <a:schemeClr val="accent1">
                    <a:lumMod val="60000"/>
                    <a:lumOff val="40000"/>
                  </a:schemeClr>
                </a:solidFill>
                <a:latin typeface="Satoshi" pitchFamily="50" charset="0"/>
              </a:rPr>
              <a:t>Annual energy production </a:t>
            </a:r>
            <a:r>
              <a:rPr lang="en-US" sz="2400">
                <a:solidFill>
                  <a:schemeClr val="accent4">
                    <a:lumMod val="20000"/>
                    <a:lumOff val="80000"/>
                  </a:schemeClr>
                </a:solidFill>
                <a:latin typeface="Satoshi" pitchFamily="50" charset="0"/>
              </a:rPr>
              <a:t>remains consistently high across all methods, with the wind farm still exceeding </a:t>
            </a:r>
            <a:r>
              <a:rPr lang="en-US" sz="2400" b="1">
                <a:solidFill>
                  <a:schemeClr val="accent1">
                    <a:lumMod val="60000"/>
                    <a:lumOff val="40000"/>
                  </a:schemeClr>
                </a:solidFill>
                <a:latin typeface="Satoshi" pitchFamily="50" charset="0"/>
              </a:rPr>
              <a:t>1000 GWh/year</a:t>
            </a:r>
            <a:r>
              <a:rPr lang="en-US" sz="2400">
                <a:solidFill>
                  <a:schemeClr val="accent1">
                    <a:lumMod val="60000"/>
                    <a:lumOff val="40000"/>
                  </a:schemeClr>
                </a:solidFill>
                <a:latin typeface="Satoshi" pitchFamily="50" charset="0"/>
              </a:rPr>
              <a:t> </a:t>
            </a:r>
            <a:r>
              <a:rPr lang="en-US" sz="2400">
                <a:solidFill>
                  <a:schemeClr val="accent4">
                    <a:lumMod val="20000"/>
                    <a:lumOff val="80000"/>
                  </a:schemeClr>
                </a:solidFill>
                <a:latin typeface="Satoshi" pitchFamily="50" charset="0"/>
              </a:rPr>
              <a:t>even after 30 years despite gradual turbine degradation.</a:t>
            </a:r>
            <a:endParaRPr lang="it-IT" sz="2400">
              <a:solidFill>
                <a:schemeClr val="accent4">
                  <a:lumMod val="20000"/>
                  <a:lumOff val="80000"/>
                </a:schemeClr>
              </a:solidFill>
              <a:latin typeface="Satoshi" pitchFamily="50" charset="0"/>
            </a:endParaRPr>
          </a:p>
        </p:txBody>
      </p:sp>
      <p:pic>
        <p:nvPicPr>
          <p:cNvPr id="9" name="Picture 2">
            <a:extLst>
              <a:ext uri="{FF2B5EF4-FFF2-40B4-BE49-F238E27FC236}">
                <a16:creationId xmlns:a16="http://schemas.microsoft.com/office/drawing/2014/main" id="{2ADBC2D1-32BE-1B5A-0E88-C843D8CA8FAF}"/>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
        <p:nvSpPr>
          <p:cNvPr id="5" name="Rettangolo con angoli arrotondati 4">
            <a:extLst>
              <a:ext uri="{FF2B5EF4-FFF2-40B4-BE49-F238E27FC236}">
                <a16:creationId xmlns:a16="http://schemas.microsoft.com/office/drawing/2014/main" id="{4CFCE183-3BB2-AD9D-49C2-80D379C5393C}"/>
              </a:ext>
            </a:extLst>
          </p:cNvPr>
          <p:cNvSpPr/>
          <p:nvPr/>
        </p:nvSpPr>
        <p:spPr>
          <a:xfrm>
            <a:off x="8249920" y="3335839"/>
            <a:ext cx="2948152" cy="2321560"/>
          </a:xfrm>
          <a:prstGeom prst="roundRect">
            <a:avLst/>
          </a:prstGeom>
          <a:solidFill>
            <a:schemeClr val="accent4">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it-IT" sz="2400" err="1">
                <a:solidFill>
                  <a:schemeClr val="accent1">
                    <a:lumMod val="50000"/>
                  </a:schemeClr>
                </a:solidFill>
                <a:latin typeface="Satoshi" pitchFamily="50" charset="0"/>
              </a:rPr>
              <a:t>Equivalent</a:t>
            </a:r>
            <a:r>
              <a:rPr lang="it-IT" sz="2400">
                <a:solidFill>
                  <a:schemeClr val="accent1">
                    <a:lumMod val="50000"/>
                  </a:schemeClr>
                </a:solidFill>
                <a:latin typeface="Satoshi" pitchFamily="50" charset="0"/>
              </a:rPr>
              <a:t> hours</a:t>
            </a:r>
          </a:p>
          <a:p>
            <a:pPr algn="ctr"/>
            <a:r>
              <a:rPr lang="it-IT" sz="3200" b="1">
                <a:solidFill>
                  <a:schemeClr val="accent1">
                    <a:lumMod val="50000"/>
                  </a:schemeClr>
                </a:solidFill>
                <a:latin typeface="Satoshi" pitchFamily="50" charset="0"/>
              </a:rPr>
              <a:t>2811 h</a:t>
            </a:r>
          </a:p>
          <a:p>
            <a:pPr algn="ctr"/>
            <a:r>
              <a:rPr lang="it-IT" sz="2400" err="1">
                <a:solidFill>
                  <a:schemeClr val="accent1">
                    <a:lumMod val="50000"/>
                  </a:schemeClr>
                </a:solidFill>
                <a:latin typeface="Satoshi" pitchFamily="50" charset="0"/>
              </a:rPr>
              <a:t>Capacity</a:t>
            </a:r>
            <a:r>
              <a:rPr lang="it-IT" sz="2400">
                <a:solidFill>
                  <a:schemeClr val="accent1">
                    <a:lumMod val="50000"/>
                  </a:schemeClr>
                </a:solidFill>
                <a:latin typeface="Satoshi" pitchFamily="50" charset="0"/>
              </a:rPr>
              <a:t> </a:t>
            </a:r>
            <a:r>
              <a:rPr lang="it-IT" sz="2400" err="1">
                <a:solidFill>
                  <a:schemeClr val="accent1">
                    <a:lumMod val="50000"/>
                  </a:schemeClr>
                </a:solidFill>
                <a:latin typeface="Satoshi" pitchFamily="50" charset="0"/>
              </a:rPr>
              <a:t>factor</a:t>
            </a:r>
            <a:endParaRPr lang="it-IT" sz="2400">
              <a:solidFill>
                <a:schemeClr val="accent1">
                  <a:lumMod val="50000"/>
                </a:schemeClr>
              </a:solidFill>
              <a:latin typeface="Satoshi" pitchFamily="50" charset="0"/>
            </a:endParaRPr>
          </a:p>
          <a:p>
            <a:pPr algn="ctr"/>
            <a:r>
              <a:rPr lang="it-IT" sz="3200" b="1">
                <a:solidFill>
                  <a:schemeClr val="accent1">
                    <a:lumMod val="50000"/>
                  </a:schemeClr>
                </a:solidFill>
                <a:latin typeface="Satoshi" pitchFamily="50" charset="0"/>
              </a:rPr>
              <a:t>32.1%</a:t>
            </a:r>
          </a:p>
        </p:txBody>
      </p:sp>
    </p:spTree>
    <p:extLst>
      <p:ext uri="{BB962C8B-B14F-4D97-AF65-F5344CB8AC3E}">
        <p14:creationId xmlns:p14="http://schemas.microsoft.com/office/powerpoint/2010/main" val="93562207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1FEB9572-F010-720D-C983-833C48EFEA21}"/>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D717AD2B-04E3-3B0B-6139-3FFB558E3041}"/>
              </a:ext>
            </a:extLst>
          </p:cNvPr>
          <p:cNvSpPr txBox="1"/>
          <p:nvPr/>
        </p:nvSpPr>
        <p:spPr>
          <a:xfrm>
            <a:off x="695325" y="69447"/>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39" name="CasellaDiTesto 38">
            <a:extLst>
              <a:ext uri="{FF2B5EF4-FFF2-40B4-BE49-F238E27FC236}">
                <a16:creationId xmlns:a16="http://schemas.microsoft.com/office/drawing/2014/main" id="{0CE06FBE-0BEC-163A-3B8E-7807966CDDEB}"/>
              </a:ext>
            </a:extLst>
          </p:cNvPr>
          <p:cNvSpPr txBox="1"/>
          <p:nvPr/>
        </p:nvSpPr>
        <p:spPr>
          <a:xfrm>
            <a:off x="695325" y="568452"/>
            <a:ext cx="9506184"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Economic Feasibility Assessment</a:t>
            </a:r>
          </a:p>
        </p:txBody>
      </p:sp>
      <p:sp>
        <p:nvSpPr>
          <p:cNvPr id="2" name="CasellaDiTesto 38">
            <a:extLst>
              <a:ext uri="{FF2B5EF4-FFF2-40B4-BE49-F238E27FC236}">
                <a16:creationId xmlns:a16="http://schemas.microsoft.com/office/drawing/2014/main" id="{5FA9CC34-69BD-BC78-1106-93173A9F05AF}"/>
              </a:ext>
            </a:extLst>
          </p:cNvPr>
          <p:cNvSpPr txBox="1"/>
          <p:nvPr/>
        </p:nvSpPr>
        <p:spPr>
          <a:xfrm>
            <a:off x="3021273" y="1518874"/>
            <a:ext cx="7368890" cy="584775"/>
          </a:xfrm>
          <a:prstGeom prst="rect">
            <a:avLst/>
          </a:prstGeom>
          <a:noFill/>
        </p:spPr>
        <p:txBody>
          <a:bodyPr wrap="square" rtlCol="0">
            <a:spAutoFit/>
          </a:bodyPr>
          <a:lstStyle/>
          <a:p>
            <a:r>
              <a:rPr lang="en-GB" sz="3200" i="1" noProof="0">
                <a:solidFill>
                  <a:schemeClr val="accent4">
                    <a:lumMod val="20000"/>
                    <a:lumOff val="80000"/>
                  </a:schemeClr>
                </a:solidFill>
                <a:latin typeface="Satoshi" pitchFamily="50" charset="0"/>
              </a:rPr>
              <a:t>Is the project economically feasible?</a:t>
            </a:r>
          </a:p>
        </p:txBody>
      </p:sp>
      <p:pic>
        <p:nvPicPr>
          <p:cNvPr id="9" name="Graphic 8" descr="Questions outline">
            <a:extLst>
              <a:ext uri="{FF2B5EF4-FFF2-40B4-BE49-F238E27FC236}">
                <a16:creationId xmlns:a16="http://schemas.microsoft.com/office/drawing/2014/main" id="{44DC483C-2111-A431-6777-F2388D161A1B}"/>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2246939" y="1450051"/>
            <a:ext cx="646331" cy="646331"/>
          </a:xfrm>
          <a:prstGeom prst="rect">
            <a:avLst/>
          </a:prstGeom>
        </p:spPr>
      </p:pic>
      <p:pic>
        <p:nvPicPr>
          <p:cNvPr id="10" name="Graphic 9" descr="Questions outline">
            <a:extLst>
              <a:ext uri="{FF2B5EF4-FFF2-40B4-BE49-F238E27FC236}">
                <a16:creationId xmlns:a16="http://schemas.microsoft.com/office/drawing/2014/main" id="{66C5698B-51B6-C5B2-202F-1C5DC9EA9E2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9621061" y="1455649"/>
            <a:ext cx="648000" cy="648000"/>
          </a:xfrm>
          <a:prstGeom prst="rect">
            <a:avLst/>
          </a:prstGeom>
        </p:spPr>
      </p:pic>
      <p:sp>
        <p:nvSpPr>
          <p:cNvPr id="11" name="TextBox 10">
            <a:extLst>
              <a:ext uri="{FF2B5EF4-FFF2-40B4-BE49-F238E27FC236}">
                <a16:creationId xmlns:a16="http://schemas.microsoft.com/office/drawing/2014/main" id="{E912804B-53C1-8C4E-B9B5-5ED9CBF3E360}"/>
              </a:ext>
            </a:extLst>
          </p:cNvPr>
          <p:cNvSpPr txBox="1"/>
          <p:nvPr/>
        </p:nvSpPr>
        <p:spPr>
          <a:xfrm>
            <a:off x="821717" y="2528665"/>
            <a:ext cx="2289753" cy="919401"/>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BENCHMARK SCENARIO</a:t>
            </a:r>
          </a:p>
        </p:txBody>
      </p:sp>
      <p:sp>
        <p:nvSpPr>
          <p:cNvPr id="12" name="Arrow: Right 11">
            <a:extLst>
              <a:ext uri="{FF2B5EF4-FFF2-40B4-BE49-F238E27FC236}">
                <a16:creationId xmlns:a16="http://schemas.microsoft.com/office/drawing/2014/main" id="{5A8D8E50-32EB-460C-89BC-D1C665825D3E}"/>
              </a:ext>
            </a:extLst>
          </p:cNvPr>
          <p:cNvSpPr/>
          <p:nvPr/>
        </p:nvSpPr>
        <p:spPr>
          <a:xfrm>
            <a:off x="3518408" y="2726983"/>
            <a:ext cx="978408" cy="484632"/>
          </a:xfrm>
          <a:prstGeom prst="right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TextBox 12">
            <a:extLst>
              <a:ext uri="{FF2B5EF4-FFF2-40B4-BE49-F238E27FC236}">
                <a16:creationId xmlns:a16="http://schemas.microsoft.com/office/drawing/2014/main" id="{B262C0A7-1BEE-3692-E680-B2D8891FEB4D}"/>
              </a:ext>
            </a:extLst>
          </p:cNvPr>
          <p:cNvSpPr txBox="1"/>
          <p:nvPr/>
        </p:nvSpPr>
        <p:spPr>
          <a:xfrm>
            <a:off x="4903754" y="2509599"/>
            <a:ext cx="2289753" cy="919401"/>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UPGRADE SCENARIO</a:t>
            </a:r>
          </a:p>
        </p:txBody>
      </p:sp>
      <p:sp>
        <p:nvSpPr>
          <p:cNvPr id="15" name="TextBox 14">
            <a:extLst>
              <a:ext uri="{FF2B5EF4-FFF2-40B4-BE49-F238E27FC236}">
                <a16:creationId xmlns:a16="http://schemas.microsoft.com/office/drawing/2014/main" id="{D6D4E4A3-31A5-A521-2248-AED78A30DF41}"/>
              </a:ext>
            </a:extLst>
          </p:cNvPr>
          <p:cNvSpPr txBox="1"/>
          <p:nvPr/>
        </p:nvSpPr>
        <p:spPr>
          <a:xfrm>
            <a:off x="9080530" y="2528665"/>
            <a:ext cx="2289753" cy="919401"/>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UP. HOURLY SCENARIO</a:t>
            </a:r>
          </a:p>
        </p:txBody>
      </p:sp>
      <p:sp>
        <p:nvSpPr>
          <p:cNvPr id="19" name="TextBox 18">
            <a:extLst>
              <a:ext uri="{FF2B5EF4-FFF2-40B4-BE49-F238E27FC236}">
                <a16:creationId xmlns:a16="http://schemas.microsoft.com/office/drawing/2014/main" id="{54B67BEA-638E-5E25-493E-AD2995CD8CD1}"/>
              </a:ext>
            </a:extLst>
          </p:cNvPr>
          <p:cNvSpPr txBox="1"/>
          <p:nvPr/>
        </p:nvSpPr>
        <p:spPr>
          <a:xfrm>
            <a:off x="4903753" y="4923479"/>
            <a:ext cx="2289753" cy="919401"/>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SENSITIVITY ANALYSIS</a:t>
            </a:r>
          </a:p>
        </p:txBody>
      </p:sp>
      <p:sp>
        <p:nvSpPr>
          <p:cNvPr id="3" name="TextBox 2">
            <a:extLst>
              <a:ext uri="{FF2B5EF4-FFF2-40B4-BE49-F238E27FC236}">
                <a16:creationId xmlns:a16="http://schemas.microsoft.com/office/drawing/2014/main" id="{342DF74F-4A6F-6789-DB4A-9A63FD701026}"/>
              </a:ext>
            </a:extLst>
          </p:cNvPr>
          <p:cNvSpPr txBox="1"/>
          <p:nvPr/>
        </p:nvSpPr>
        <p:spPr>
          <a:xfrm>
            <a:off x="9080529" y="4923479"/>
            <a:ext cx="2289754" cy="919401"/>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NO FIP SCENARIOS</a:t>
            </a:r>
          </a:p>
        </p:txBody>
      </p:sp>
      <p:sp>
        <p:nvSpPr>
          <p:cNvPr id="23" name="Arrow: Right 22">
            <a:extLst>
              <a:ext uri="{FF2B5EF4-FFF2-40B4-BE49-F238E27FC236}">
                <a16:creationId xmlns:a16="http://schemas.microsoft.com/office/drawing/2014/main" id="{1BB25D0D-C985-290A-A6B9-CA8771C1EAE9}"/>
              </a:ext>
            </a:extLst>
          </p:cNvPr>
          <p:cNvSpPr/>
          <p:nvPr/>
        </p:nvSpPr>
        <p:spPr>
          <a:xfrm rot="5400000">
            <a:off x="9911826" y="3943457"/>
            <a:ext cx="700669" cy="484632"/>
          </a:xfrm>
          <a:prstGeom prst="right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4" name="TextBox 23">
            <a:extLst>
              <a:ext uri="{FF2B5EF4-FFF2-40B4-BE49-F238E27FC236}">
                <a16:creationId xmlns:a16="http://schemas.microsoft.com/office/drawing/2014/main" id="{41703C8D-E723-824D-5263-8F0D362D7BA1}"/>
              </a:ext>
            </a:extLst>
          </p:cNvPr>
          <p:cNvSpPr txBox="1"/>
          <p:nvPr/>
        </p:nvSpPr>
        <p:spPr>
          <a:xfrm>
            <a:off x="821718" y="4923478"/>
            <a:ext cx="2289752" cy="919401"/>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HYDROGEN SCENARIO</a:t>
            </a:r>
          </a:p>
        </p:txBody>
      </p:sp>
      <p:sp>
        <p:nvSpPr>
          <p:cNvPr id="4" name="Arrow: Right 11">
            <a:extLst>
              <a:ext uri="{FF2B5EF4-FFF2-40B4-BE49-F238E27FC236}">
                <a16:creationId xmlns:a16="http://schemas.microsoft.com/office/drawing/2014/main" id="{14C61656-F153-A870-5E29-9D97BB0D8F1F}"/>
              </a:ext>
            </a:extLst>
          </p:cNvPr>
          <p:cNvSpPr/>
          <p:nvPr/>
        </p:nvSpPr>
        <p:spPr>
          <a:xfrm>
            <a:off x="7647814" y="2726983"/>
            <a:ext cx="978408" cy="484632"/>
          </a:xfrm>
          <a:prstGeom prst="right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6" name="Arrow: Right 11">
            <a:extLst>
              <a:ext uri="{FF2B5EF4-FFF2-40B4-BE49-F238E27FC236}">
                <a16:creationId xmlns:a16="http://schemas.microsoft.com/office/drawing/2014/main" id="{6BDEFABC-C296-448B-FFD1-124FC7161C9C}"/>
              </a:ext>
            </a:extLst>
          </p:cNvPr>
          <p:cNvSpPr/>
          <p:nvPr/>
        </p:nvSpPr>
        <p:spPr>
          <a:xfrm rot="10800000">
            <a:off x="3518408" y="5140862"/>
            <a:ext cx="978408" cy="484632"/>
          </a:xfrm>
          <a:prstGeom prst="right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7" name="Arrow: Right 11">
            <a:extLst>
              <a:ext uri="{FF2B5EF4-FFF2-40B4-BE49-F238E27FC236}">
                <a16:creationId xmlns:a16="http://schemas.microsoft.com/office/drawing/2014/main" id="{BB659E0D-D1AB-89B6-1192-3F247F9D6F5C}"/>
              </a:ext>
            </a:extLst>
          </p:cNvPr>
          <p:cNvSpPr/>
          <p:nvPr/>
        </p:nvSpPr>
        <p:spPr>
          <a:xfrm rot="10800000">
            <a:off x="7647814" y="5140862"/>
            <a:ext cx="978408" cy="484632"/>
          </a:xfrm>
          <a:prstGeom prst="right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8" name="CasellaDiTesto 7">
            <a:extLst>
              <a:ext uri="{FF2B5EF4-FFF2-40B4-BE49-F238E27FC236}">
                <a16:creationId xmlns:a16="http://schemas.microsoft.com/office/drawing/2014/main" id="{3E0A027E-DFEF-B448-6B84-B39300E12A84}"/>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pic>
        <p:nvPicPr>
          <p:cNvPr id="16" name="Picture 2">
            <a:extLst>
              <a:ext uri="{FF2B5EF4-FFF2-40B4-BE49-F238E27FC236}">
                <a16:creationId xmlns:a16="http://schemas.microsoft.com/office/drawing/2014/main" id="{00A15FBF-6931-0675-BED7-1B201BCD242A}"/>
              </a:ext>
            </a:extLst>
          </p:cNvPr>
          <p:cNvPicPr>
            <a:picLocks noChangeAspect="1" noChangeArrowheads="1"/>
          </p:cNvPicPr>
          <p:nvPr/>
        </p:nvPicPr>
        <p:blipFill rotWithShape="1">
          <a:blip r:embed="rId6">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147368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1F396121-B5B8-C135-E51F-FD6425864B58}"/>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93B0E9E9-6F70-0922-9322-34EAF09EDAE4}"/>
              </a:ext>
            </a:extLst>
          </p:cNvPr>
          <p:cNvSpPr txBox="1"/>
          <p:nvPr/>
        </p:nvSpPr>
        <p:spPr>
          <a:xfrm>
            <a:off x="695325" y="74235"/>
            <a:ext cx="1639919"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2" name="CasellaDiTesto 38">
            <a:extLst>
              <a:ext uri="{FF2B5EF4-FFF2-40B4-BE49-F238E27FC236}">
                <a16:creationId xmlns:a16="http://schemas.microsoft.com/office/drawing/2014/main" id="{82A6AA2B-4F00-467E-F55F-E1B7F9F70DA2}"/>
              </a:ext>
            </a:extLst>
          </p:cNvPr>
          <p:cNvSpPr txBox="1"/>
          <p:nvPr/>
        </p:nvSpPr>
        <p:spPr>
          <a:xfrm>
            <a:off x="706649" y="567765"/>
            <a:ext cx="8211554"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Benchmark Scenario: D</a:t>
            </a:r>
            <a:r>
              <a:rPr lang="en-GB" sz="4400" b="1" err="1">
                <a:solidFill>
                  <a:schemeClr val="accent1">
                    <a:lumMod val="40000"/>
                    <a:lumOff val="60000"/>
                  </a:schemeClr>
                </a:solidFill>
                <a:latin typeface="Satoshi" pitchFamily="50" charset="0"/>
              </a:rPr>
              <a:t>ata</a:t>
            </a:r>
            <a:endParaRPr lang="en-GB" sz="4400" b="1" noProof="0">
              <a:solidFill>
                <a:schemeClr val="accent1">
                  <a:lumMod val="40000"/>
                  <a:lumOff val="60000"/>
                </a:schemeClr>
              </a:solidFill>
              <a:latin typeface="Satoshi" pitchFamily="50" charset="0"/>
            </a:endParaRPr>
          </a:p>
        </p:txBody>
      </p:sp>
      <p:sp>
        <p:nvSpPr>
          <p:cNvPr id="14" name="TextBox 13">
            <a:extLst>
              <a:ext uri="{FF2B5EF4-FFF2-40B4-BE49-F238E27FC236}">
                <a16:creationId xmlns:a16="http://schemas.microsoft.com/office/drawing/2014/main" id="{7EBD8BA2-71A0-EB8B-3703-38072AF3C120}"/>
              </a:ext>
            </a:extLst>
          </p:cNvPr>
          <p:cNvSpPr txBox="1"/>
          <p:nvPr/>
        </p:nvSpPr>
        <p:spPr>
          <a:xfrm>
            <a:off x="7262101" y="60129"/>
            <a:ext cx="1044000" cy="442674"/>
          </a:xfrm>
          <a:prstGeom prst="roundRect">
            <a:avLst/>
          </a:prstGeom>
          <a:solidFill>
            <a:schemeClr val="accent1">
              <a:lumMod val="60000"/>
              <a:lumOff val="40000"/>
            </a:schemeClr>
          </a:solidFill>
          <a:ln w="28575" cap="flat" cmpd="sng" algn="ctr">
            <a:solidFill>
              <a:schemeClr val="accent1">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BENCHMARK SCENARIO</a:t>
            </a:r>
          </a:p>
        </p:txBody>
      </p:sp>
      <p:sp>
        <p:nvSpPr>
          <p:cNvPr id="15" name="Arrow: Right 14">
            <a:extLst>
              <a:ext uri="{FF2B5EF4-FFF2-40B4-BE49-F238E27FC236}">
                <a16:creationId xmlns:a16="http://schemas.microsoft.com/office/drawing/2014/main" id="{6A7E40DD-54A9-0A7E-D64A-0973DCF8006A}"/>
              </a:ext>
            </a:extLst>
          </p:cNvPr>
          <p:cNvSpPr/>
          <p:nvPr/>
        </p:nvSpPr>
        <p:spPr>
          <a:xfrm>
            <a:off x="8376772" y="126749"/>
            <a:ext cx="285900" cy="284405"/>
          </a:xfrm>
          <a:prstGeom prst="rightArrow">
            <a:avLst/>
          </a:prstGeom>
          <a:solidFill>
            <a:schemeClr val="tx2">
              <a:lumMod val="10000"/>
              <a:lumOff val="9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6" name="TextBox 15">
            <a:extLst>
              <a:ext uri="{FF2B5EF4-FFF2-40B4-BE49-F238E27FC236}">
                <a16:creationId xmlns:a16="http://schemas.microsoft.com/office/drawing/2014/main" id="{55D17D31-9205-96BF-9C52-EE112EEFC733}"/>
              </a:ext>
            </a:extLst>
          </p:cNvPr>
          <p:cNvSpPr txBox="1"/>
          <p:nvPr/>
        </p:nvSpPr>
        <p:spPr>
          <a:xfrm>
            <a:off x="8733343" y="52216"/>
            <a:ext cx="1044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UPGRADE SCENARIO</a:t>
            </a:r>
          </a:p>
        </p:txBody>
      </p:sp>
      <p:sp>
        <p:nvSpPr>
          <p:cNvPr id="18" name="TextBox 17">
            <a:extLst>
              <a:ext uri="{FF2B5EF4-FFF2-40B4-BE49-F238E27FC236}">
                <a16:creationId xmlns:a16="http://schemas.microsoft.com/office/drawing/2014/main" id="{E03343AB-727F-FF68-D98C-FCEC00DA077E}"/>
              </a:ext>
            </a:extLst>
          </p:cNvPr>
          <p:cNvSpPr txBox="1"/>
          <p:nvPr/>
        </p:nvSpPr>
        <p:spPr>
          <a:xfrm>
            <a:off x="10204585" y="55291"/>
            <a:ext cx="1080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 HOURLY SCENARIO</a:t>
            </a:r>
          </a:p>
        </p:txBody>
      </p:sp>
      <p:sp>
        <p:nvSpPr>
          <p:cNvPr id="20" name="Arrow: Right 19">
            <a:extLst>
              <a:ext uri="{FF2B5EF4-FFF2-40B4-BE49-F238E27FC236}">
                <a16:creationId xmlns:a16="http://schemas.microsoft.com/office/drawing/2014/main" id="{0A7779F3-0F46-88A1-696B-CB14EE38749D}"/>
              </a:ext>
            </a:extLst>
          </p:cNvPr>
          <p:cNvSpPr/>
          <p:nvPr/>
        </p:nvSpPr>
        <p:spPr>
          <a:xfrm>
            <a:off x="9848014" y="124455"/>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34" name="TextBox 33">
            <a:extLst>
              <a:ext uri="{FF2B5EF4-FFF2-40B4-BE49-F238E27FC236}">
                <a16:creationId xmlns:a16="http://schemas.microsoft.com/office/drawing/2014/main" id="{5DFD50FD-FB3A-1DD8-3732-3D6A31BAD3FA}"/>
              </a:ext>
            </a:extLst>
          </p:cNvPr>
          <p:cNvSpPr txBox="1"/>
          <p:nvPr/>
        </p:nvSpPr>
        <p:spPr>
          <a:xfrm>
            <a:off x="5581048" y="1664229"/>
            <a:ext cx="1838658" cy="578882"/>
          </a:xfrm>
          <a:prstGeom prst="roundRect">
            <a:avLst/>
          </a:prstGeom>
          <a:solidFill>
            <a:schemeClr val="accent4">
              <a:lumMod val="20000"/>
              <a:lumOff val="80000"/>
            </a:schemeClr>
          </a:solidFill>
          <a:ln w="28575" cap="flat" cmpd="sng" algn="ctr">
            <a:solidFill>
              <a:schemeClr val="accent4">
                <a:lumMod val="20000"/>
                <a:lumOff val="8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400" b="1" i="0">
                <a:solidFill>
                  <a:schemeClr val="accent1">
                    <a:lumMod val="50000"/>
                  </a:schemeClr>
                </a:solidFill>
              </a:rPr>
              <a:t>F</a:t>
            </a:r>
            <a:r>
              <a:rPr lang="en-GB" sz="1400" b="1" i="0" noProof="0">
                <a:solidFill>
                  <a:schemeClr val="accent1">
                    <a:lumMod val="50000"/>
                  </a:schemeClr>
                </a:solidFill>
              </a:rPr>
              <a:t>rom project documentation</a:t>
            </a:r>
          </a:p>
        </p:txBody>
      </p:sp>
      <p:sp>
        <p:nvSpPr>
          <p:cNvPr id="36" name="TextBox 35">
            <a:extLst>
              <a:ext uri="{FF2B5EF4-FFF2-40B4-BE49-F238E27FC236}">
                <a16:creationId xmlns:a16="http://schemas.microsoft.com/office/drawing/2014/main" id="{631F5A0C-BC39-D642-EBAC-63905D3C2879}"/>
              </a:ext>
            </a:extLst>
          </p:cNvPr>
          <p:cNvSpPr txBox="1"/>
          <p:nvPr/>
        </p:nvSpPr>
        <p:spPr>
          <a:xfrm>
            <a:off x="5581048" y="2916350"/>
            <a:ext cx="1838658" cy="578882"/>
          </a:xfrm>
          <a:prstGeom prst="roundRect">
            <a:avLst/>
          </a:prstGeom>
          <a:solidFill>
            <a:schemeClr val="accent4">
              <a:lumMod val="20000"/>
              <a:lumOff val="80000"/>
            </a:schemeClr>
          </a:solidFill>
          <a:ln w="28575" cap="flat" cmpd="sng" algn="ctr">
            <a:solidFill>
              <a:schemeClr val="accent4">
                <a:lumMod val="20000"/>
                <a:lumOff val="8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400" b="1" i="0">
                <a:solidFill>
                  <a:schemeClr val="accent1">
                    <a:lumMod val="50000"/>
                  </a:schemeClr>
                </a:solidFill>
              </a:rPr>
              <a:t>A</a:t>
            </a:r>
            <a:r>
              <a:rPr lang="en-GB" sz="1400" b="1" i="0" noProof="0" err="1">
                <a:solidFill>
                  <a:schemeClr val="accent1">
                    <a:lumMod val="50000"/>
                  </a:schemeClr>
                </a:solidFill>
              </a:rPr>
              <a:t>verages</a:t>
            </a:r>
            <a:r>
              <a:rPr lang="en-GB" sz="1400" b="1" i="0" noProof="0">
                <a:solidFill>
                  <a:schemeClr val="accent1">
                    <a:lumMod val="50000"/>
                  </a:schemeClr>
                </a:solidFill>
              </a:rPr>
              <a:t> from literature</a:t>
            </a:r>
          </a:p>
        </p:txBody>
      </p:sp>
      <p:cxnSp>
        <p:nvCxnSpPr>
          <p:cNvPr id="37" name="Straight Arrow Connector 36">
            <a:extLst>
              <a:ext uri="{FF2B5EF4-FFF2-40B4-BE49-F238E27FC236}">
                <a16:creationId xmlns:a16="http://schemas.microsoft.com/office/drawing/2014/main" id="{67282B3C-A5E7-2998-E03C-CC157455080F}"/>
              </a:ext>
            </a:extLst>
          </p:cNvPr>
          <p:cNvCxnSpPr>
            <a:cxnSpLocks/>
          </p:cNvCxnSpPr>
          <p:nvPr/>
        </p:nvCxnSpPr>
        <p:spPr>
          <a:xfrm flipV="1">
            <a:off x="5223271" y="5097961"/>
            <a:ext cx="292081" cy="129318"/>
          </a:xfrm>
          <a:prstGeom prst="straightConnector1">
            <a:avLst/>
          </a:prstGeom>
          <a:ln w="38100">
            <a:solidFill>
              <a:schemeClr val="accent4">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cxnSp>
        <p:nvCxnSpPr>
          <p:cNvPr id="38" name="Straight Arrow Connector 37">
            <a:extLst>
              <a:ext uri="{FF2B5EF4-FFF2-40B4-BE49-F238E27FC236}">
                <a16:creationId xmlns:a16="http://schemas.microsoft.com/office/drawing/2014/main" id="{1760E7BE-DC39-B7F3-36D4-135EBFFE8FB5}"/>
              </a:ext>
            </a:extLst>
          </p:cNvPr>
          <p:cNvCxnSpPr>
            <a:cxnSpLocks/>
          </p:cNvCxnSpPr>
          <p:nvPr/>
        </p:nvCxnSpPr>
        <p:spPr>
          <a:xfrm>
            <a:off x="5233412" y="5546121"/>
            <a:ext cx="281940" cy="81279"/>
          </a:xfrm>
          <a:prstGeom prst="straightConnector1">
            <a:avLst/>
          </a:prstGeom>
          <a:ln w="38100">
            <a:solidFill>
              <a:schemeClr val="accent4">
                <a:lumMod val="20000"/>
                <a:lumOff val="80000"/>
              </a:schemeClr>
            </a:solidFill>
            <a:tailEnd type="triangle"/>
          </a:ln>
        </p:spPr>
        <p:style>
          <a:lnRef idx="2">
            <a:schemeClr val="accent1"/>
          </a:lnRef>
          <a:fillRef idx="0">
            <a:schemeClr val="accent1"/>
          </a:fillRef>
          <a:effectRef idx="1">
            <a:schemeClr val="accent1"/>
          </a:effectRef>
          <a:fontRef idx="minor">
            <a:schemeClr val="tx1"/>
          </a:fontRef>
        </p:style>
      </p:cxnSp>
      <p:sp>
        <p:nvSpPr>
          <p:cNvPr id="40" name="TextBox 39">
            <a:extLst>
              <a:ext uri="{FF2B5EF4-FFF2-40B4-BE49-F238E27FC236}">
                <a16:creationId xmlns:a16="http://schemas.microsoft.com/office/drawing/2014/main" id="{B0E08A91-B30B-47EC-5169-26EC1E313352}"/>
              </a:ext>
            </a:extLst>
          </p:cNvPr>
          <p:cNvSpPr txBox="1"/>
          <p:nvPr/>
        </p:nvSpPr>
        <p:spPr>
          <a:xfrm>
            <a:off x="5581047" y="4948130"/>
            <a:ext cx="1838658" cy="340519"/>
          </a:xfrm>
          <a:prstGeom prst="roundRect">
            <a:avLst/>
          </a:prstGeom>
          <a:solidFill>
            <a:schemeClr val="accent4">
              <a:lumMod val="20000"/>
              <a:lumOff val="80000"/>
            </a:schemeClr>
          </a:solidFill>
          <a:ln w="28575" cap="flat" cmpd="sng" algn="ctr">
            <a:solidFill>
              <a:schemeClr val="accent4">
                <a:lumMod val="20000"/>
                <a:lumOff val="8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400" b="1" i="0">
                <a:solidFill>
                  <a:schemeClr val="accent1">
                    <a:lumMod val="50000"/>
                  </a:schemeClr>
                </a:solidFill>
              </a:rPr>
              <a:t>F</a:t>
            </a:r>
            <a:r>
              <a:rPr lang="en-GB" sz="1400" b="1" i="0" noProof="0">
                <a:solidFill>
                  <a:schemeClr val="accent1">
                    <a:lumMod val="50000"/>
                  </a:schemeClr>
                </a:solidFill>
              </a:rPr>
              <a:t>or first 25 years</a:t>
            </a:r>
          </a:p>
        </p:txBody>
      </p:sp>
      <p:sp>
        <p:nvSpPr>
          <p:cNvPr id="41" name="TextBox 40">
            <a:extLst>
              <a:ext uri="{FF2B5EF4-FFF2-40B4-BE49-F238E27FC236}">
                <a16:creationId xmlns:a16="http://schemas.microsoft.com/office/drawing/2014/main" id="{6DBDF659-72AB-7845-0133-10A77D1D20AF}"/>
              </a:ext>
            </a:extLst>
          </p:cNvPr>
          <p:cNvSpPr txBox="1"/>
          <p:nvPr/>
        </p:nvSpPr>
        <p:spPr>
          <a:xfrm>
            <a:off x="5581047" y="5420917"/>
            <a:ext cx="1838658" cy="340519"/>
          </a:xfrm>
          <a:prstGeom prst="roundRect">
            <a:avLst/>
          </a:prstGeom>
          <a:solidFill>
            <a:schemeClr val="accent4">
              <a:lumMod val="20000"/>
              <a:lumOff val="80000"/>
            </a:schemeClr>
          </a:solidFill>
          <a:ln w="28575" cap="flat" cmpd="sng" algn="ctr">
            <a:solidFill>
              <a:schemeClr val="accent4">
                <a:lumMod val="20000"/>
                <a:lumOff val="8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400" b="1" i="0">
                <a:solidFill>
                  <a:schemeClr val="accent1">
                    <a:lumMod val="50000"/>
                  </a:schemeClr>
                </a:solidFill>
              </a:rPr>
              <a:t>F</a:t>
            </a:r>
            <a:r>
              <a:rPr lang="en-GB" sz="1400" b="1" i="0" noProof="0">
                <a:solidFill>
                  <a:schemeClr val="accent1">
                    <a:lumMod val="50000"/>
                  </a:schemeClr>
                </a:solidFill>
              </a:rPr>
              <a:t>rom year 26 on</a:t>
            </a:r>
          </a:p>
        </p:txBody>
      </p:sp>
      <p:sp>
        <p:nvSpPr>
          <p:cNvPr id="60" name="TextBox 59">
            <a:extLst>
              <a:ext uri="{FF2B5EF4-FFF2-40B4-BE49-F238E27FC236}">
                <a16:creationId xmlns:a16="http://schemas.microsoft.com/office/drawing/2014/main" id="{1255E876-F401-D56E-BF14-75D07C7CA676}"/>
              </a:ext>
            </a:extLst>
          </p:cNvPr>
          <p:cNvSpPr txBox="1"/>
          <p:nvPr/>
        </p:nvSpPr>
        <p:spPr>
          <a:xfrm>
            <a:off x="8133908" y="2386055"/>
            <a:ext cx="3150678" cy="2100885"/>
          </a:xfrm>
          <a:prstGeom prst="roundRect">
            <a:avLst/>
          </a:prstGeom>
          <a:solidFill>
            <a:schemeClr val="accent4">
              <a:lumMod val="20000"/>
              <a:lumOff val="80000"/>
            </a:schemeClr>
          </a:solidFill>
          <a:ln w="28575" cap="flat" cmpd="sng" algn="ctr">
            <a:solidFill>
              <a:schemeClr val="tx2">
                <a:lumMod val="10000"/>
                <a:lumOff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indent="92075" algn="just"/>
            <a:r>
              <a:rPr lang="en-GB" sz="2800" b="1" i="0" noProof="0">
                <a:solidFill>
                  <a:schemeClr val="accent1">
                    <a:lumMod val="50000"/>
                  </a:schemeClr>
                </a:solidFill>
              </a:rPr>
              <a:t>Assumptions:</a:t>
            </a:r>
          </a:p>
          <a:p>
            <a:pPr marL="285750" indent="-285750">
              <a:buFont typeface="Arial" panose="020B0604020202020204" pitchFamily="34" charset="0"/>
              <a:buChar char="•"/>
            </a:pPr>
            <a:r>
              <a:rPr lang="en-GB" sz="1800" b="1" i="0" noProof="0">
                <a:solidFill>
                  <a:schemeClr val="accent4">
                    <a:lumMod val="75000"/>
                  </a:schemeClr>
                </a:solidFill>
              </a:rPr>
              <a:t>All data are constant across different years.</a:t>
            </a:r>
          </a:p>
          <a:p>
            <a:pPr marL="285750" indent="-285750">
              <a:buFont typeface="Arial" panose="020B0604020202020204" pitchFamily="34" charset="0"/>
              <a:buChar char="•"/>
            </a:pPr>
            <a:r>
              <a:rPr lang="en-GB" sz="1800" b="1" i="0" noProof="0" err="1">
                <a:solidFill>
                  <a:schemeClr val="accent4">
                    <a:lumMod val="75000"/>
                  </a:schemeClr>
                </a:solidFill>
              </a:rPr>
              <a:t>Decex</a:t>
            </a:r>
            <a:r>
              <a:rPr lang="en-GB" sz="1800" b="1" i="0" noProof="0">
                <a:solidFill>
                  <a:schemeClr val="accent4">
                    <a:lumMod val="75000"/>
                  </a:schemeClr>
                </a:solidFill>
              </a:rPr>
              <a:t> are equally </a:t>
            </a:r>
            <a:r>
              <a:rPr lang="en-GB" sz="1800" b="1" i="0" noProof="0" err="1">
                <a:solidFill>
                  <a:schemeClr val="accent4">
                    <a:lumMod val="75000"/>
                  </a:schemeClr>
                </a:solidFill>
              </a:rPr>
              <a:t>splitted</a:t>
            </a:r>
            <a:r>
              <a:rPr lang="en-GB" sz="1800" b="1" i="0" noProof="0">
                <a:solidFill>
                  <a:schemeClr val="accent4">
                    <a:lumMod val="75000"/>
                  </a:schemeClr>
                </a:solidFill>
              </a:rPr>
              <a:t> at years 31 and 32.</a:t>
            </a:r>
          </a:p>
        </p:txBody>
      </p:sp>
      <p:pic>
        <p:nvPicPr>
          <p:cNvPr id="9" name="Immagine 8">
            <a:extLst>
              <a:ext uri="{FF2B5EF4-FFF2-40B4-BE49-F238E27FC236}">
                <a16:creationId xmlns:a16="http://schemas.microsoft.com/office/drawing/2014/main" id="{3C65C154-1003-3873-77B2-1A67C9373E85}"/>
              </a:ext>
            </a:extLst>
          </p:cNvPr>
          <p:cNvPicPr>
            <a:picLocks noChangeAspect="1"/>
          </p:cNvPicPr>
          <p:nvPr/>
        </p:nvPicPr>
        <p:blipFill>
          <a:blip r:embed="rId3"/>
          <a:stretch>
            <a:fillRect/>
          </a:stretch>
        </p:blipFill>
        <p:spPr>
          <a:xfrm>
            <a:off x="673318" y="1469012"/>
            <a:ext cx="4484258" cy="4808338"/>
          </a:xfrm>
          <a:prstGeom prst="rect">
            <a:avLst/>
          </a:prstGeom>
        </p:spPr>
      </p:pic>
      <p:sp>
        <p:nvSpPr>
          <p:cNvPr id="3" name="CasellaDiTesto 2">
            <a:extLst>
              <a:ext uri="{FF2B5EF4-FFF2-40B4-BE49-F238E27FC236}">
                <a16:creationId xmlns:a16="http://schemas.microsoft.com/office/drawing/2014/main" id="{8E4F73BA-4518-7E27-A47E-B19D22C8B2F5}"/>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3" name="Parentesi graffa chiusa 12">
            <a:extLst>
              <a:ext uri="{FF2B5EF4-FFF2-40B4-BE49-F238E27FC236}">
                <a16:creationId xmlns:a16="http://schemas.microsoft.com/office/drawing/2014/main" id="{C401FEC9-E0EF-95F5-E5DB-B36141DB1613}"/>
              </a:ext>
            </a:extLst>
          </p:cNvPr>
          <p:cNvSpPr/>
          <p:nvPr/>
        </p:nvSpPr>
        <p:spPr>
          <a:xfrm>
            <a:off x="5217685" y="1518506"/>
            <a:ext cx="252453" cy="870328"/>
          </a:xfrm>
          <a:prstGeom prst="rightBrace">
            <a:avLst>
              <a:gd name="adj1" fmla="val 37310"/>
              <a:gd name="adj2" fmla="val 51401"/>
            </a:avLst>
          </a:prstGeom>
          <a:ln>
            <a:solidFill>
              <a:schemeClr val="accent4">
                <a:lumMod val="20000"/>
                <a:lumOff val="8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sp>
        <p:nvSpPr>
          <p:cNvPr id="19" name="Parentesi graffa chiusa 18">
            <a:extLst>
              <a:ext uri="{FF2B5EF4-FFF2-40B4-BE49-F238E27FC236}">
                <a16:creationId xmlns:a16="http://schemas.microsoft.com/office/drawing/2014/main" id="{170FEBEE-850B-6EF7-8010-7E3E8475DAE6}"/>
              </a:ext>
            </a:extLst>
          </p:cNvPr>
          <p:cNvSpPr/>
          <p:nvPr/>
        </p:nvSpPr>
        <p:spPr>
          <a:xfrm>
            <a:off x="5233412" y="2898533"/>
            <a:ext cx="166627" cy="614515"/>
          </a:xfrm>
          <a:prstGeom prst="rightBrace">
            <a:avLst>
              <a:gd name="adj1" fmla="val 51667"/>
              <a:gd name="adj2" fmla="val 48508"/>
            </a:avLst>
          </a:prstGeom>
          <a:ln>
            <a:solidFill>
              <a:schemeClr val="accent4">
                <a:lumMod val="20000"/>
                <a:lumOff val="8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it-IT"/>
          </a:p>
        </p:txBody>
      </p:sp>
      <p:pic>
        <p:nvPicPr>
          <p:cNvPr id="21" name="Picture 2">
            <a:extLst>
              <a:ext uri="{FF2B5EF4-FFF2-40B4-BE49-F238E27FC236}">
                <a16:creationId xmlns:a16="http://schemas.microsoft.com/office/drawing/2014/main" id="{4CB13E00-3347-65CB-F0E8-690BFAC4420A}"/>
              </a:ext>
            </a:extLst>
          </p:cNvPr>
          <p:cNvPicPr>
            <a:picLocks noChangeAspect="1" noChangeArrowheads="1"/>
          </p:cNvPicPr>
          <p:nvPr/>
        </p:nvPicPr>
        <p:blipFill rotWithShape="1">
          <a:blip r:embed="rId4">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0860052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C3BBFE99-38FB-6CAA-68FA-43EEAF4D9522}"/>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241B676F-CBA7-B2D8-469B-9FF72B81F273}"/>
              </a:ext>
            </a:extLst>
          </p:cNvPr>
          <p:cNvSpPr txBox="1"/>
          <p:nvPr/>
        </p:nvSpPr>
        <p:spPr>
          <a:xfrm>
            <a:off x="695325" y="82038"/>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2" name="CasellaDiTesto 38">
            <a:extLst>
              <a:ext uri="{FF2B5EF4-FFF2-40B4-BE49-F238E27FC236}">
                <a16:creationId xmlns:a16="http://schemas.microsoft.com/office/drawing/2014/main" id="{A16C494A-FE8D-4A26-0CE0-9CC592A284E4}"/>
              </a:ext>
            </a:extLst>
          </p:cNvPr>
          <p:cNvSpPr txBox="1"/>
          <p:nvPr/>
        </p:nvSpPr>
        <p:spPr>
          <a:xfrm>
            <a:off x="695325" y="549275"/>
            <a:ext cx="9433471"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Benchmark Scenario: Results</a:t>
            </a:r>
          </a:p>
        </p:txBody>
      </p:sp>
      <p:pic>
        <p:nvPicPr>
          <p:cNvPr id="11" name="Picture 10" descr="A graph showing a bar graph&#10;&#10;AI-generated content may be incorrect.">
            <a:extLst>
              <a:ext uri="{FF2B5EF4-FFF2-40B4-BE49-F238E27FC236}">
                <a16:creationId xmlns:a16="http://schemas.microsoft.com/office/drawing/2014/main" id="{586B9BF1-718C-7343-FE11-C50A3C7E169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34650" y="1691636"/>
            <a:ext cx="6949451" cy="3474726"/>
          </a:xfrm>
          <a:prstGeom prst="roundRect">
            <a:avLst>
              <a:gd name="adj" fmla="val 5264"/>
            </a:avLst>
          </a:prstGeom>
        </p:spPr>
      </p:pic>
      <p:pic>
        <p:nvPicPr>
          <p:cNvPr id="13" name="Picture 12" descr="A white box with black text&#10;&#10;AI-generated content may be incorrect.">
            <a:extLst>
              <a:ext uri="{FF2B5EF4-FFF2-40B4-BE49-F238E27FC236}">
                <a16:creationId xmlns:a16="http://schemas.microsoft.com/office/drawing/2014/main" id="{47A1F0C4-A378-333B-D6CC-D71CF3BC9915}"/>
              </a:ext>
            </a:extLst>
          </p:cNvPr>
          <p:cNvPicPr>
            <a:picLocks noChangeAspect="1"/>
          </p:cNvPicPr>
          <p:nvPr/>
        </p:nvPicPr>
        <p:blipFill>
          <a:blip r:embed="rId3">
            <a:duotone>
              <a:prstClr val="black"/>
              <a:schemeClr val="tx2">
                <a:lumMod val="10000"/>
                <a:lumOff val="90000"/>
                <a:tint val="45000"/>
                <a:satMod val="400000"/>
              </a:schemeClr>
            </a:duotone>
            <a:extLst>
              <a:ext uri="{BEBA8EAE-BF5A-486C-A8C5-ECC9F3942E4B}">
                <a14:imgProps xmlns:a14="http://schemas.microsoft.com/office/drawing/2010/main">
                  <a14:imgLayer r:embed="rId4">
                    <a14:imgEffect>
                      <a14:colorTemperature colorTemp="5300"/>
                    </a14:imgEffect>
                    <a14:imgEffect>
                      <a14:saturation sat="33000"/>
                    </a14:imgEffect>
                  </a14:imgLayer>
                </a14:imgProps>
              </a:ext>
            </a:extLst>
          </a:blip>
          <a:stretch>
            <a:fillRect/>
          </a:stretch>
        </p:blipFill>
        <p:spPr>
          <a:xfrm>
            <a:off x="8175748" y="2628202"/>
            <a:ext cx="3203190" cy="1601595"/>
          </a:xfrm>
          <a:prstGeom prst="rect">
            <a:avLst/>
          </a:prstGeom>
        </p:spPr>
      </p:pic>
      <p:pic>
        <p:nvPicPr>
          <p:cNvPr id="15" name="Graphic 14" descr="Thumbs Down outline">
            <a:extLst>
              <a:ext uri="{FF2B5EF4-FFF2-40B4-BE49-F238E27FC236}">
                <a16:creationId xmlns:a16="http://schemas.microsoft.com/office/drawing/2014/main" id="{E1FD348A-572A-7D72-5AB0-8F3628082067}"/>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24742" y="5584159"/>
            <a:ext cx="542516" cy="542516"/>
          </a:xfrm>
          <a:prstGeom prst="rect">
            <a:avLst/>
          </a:prstGeom>
        </p:spPr>
      </p:pic>
      <p:pic>
        <p:nvPicPr>
          <p:cNvPr id="17" name="Graphic 16" descr="Thumbs up sign outline">
            <a:extLst>
              <a:ext uri="{FF2B5EF4-FFF2-40B4-BE49-F238E27FC236}">
                <a16:creationId xmlns:a16="http://schemas.microsoft.com/office/drawing/2014/main" id="{CD5DBCCF-8B73-4779-C653-5CAF983CA73B}"/>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95325" y="5584159"/>
            <a:ext cx="542515" cy="542515"/>
          </a:xfrm>
          <a:prstGeom prst="rect">
            <a:avLst/>
          </a:prstGeom>
        </p:spPr>
      </p:pic>
      <p:sp>
        <p:nvSpPr>
          <p:cNvPr id="18" name="TextBox 17">
            <a:extLst>
              <a:ext uri="{FF2B5EF4-FFF2-40B4-BE49-F238E27FC236}">
                <a16:creationId xmlns:a16="http://schemas.microsoft.com/office/drawing/2014/main" id="{BCA3A085-C665-FD60-D191-244FD251573F}"/>
              </a:ext>
            </a:extLst>
          </p:cNvPr>
          <p:cNvSpPr txBox="1"/>
          <p:nvPr/>
        </p:nvSpPr>
        <p:spPr>
          <a:xfrm>
            <a:off x="1237841" y="5635860"/>
            <a:ext cx="3415440" cy="442674"/>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r>
              <a:rPr lang="en-GB" sz="2000" b="1" i="0" noProof="0">
                <a:solidFill>
                  <a:schemeClr val="tx2">
                    <a:lumMod val="10000"/>
                    <a:lumOff val="90000"/>
                  </a:schemeClr>
                </a:solidFill>
              </a:rPr>
              <a:t>Very profitable investment!</a:t>
            </a:r>
          </a:p>
        </p:txBody>
      </p:sp>
      <p:sp>
        <p:nvSpPr>
          <p:cNvPr id="19" name="TextBox 18">
            <a:extLst>
              <a:ext uri="{FF2B5EF4-FFF2-40B4-BE49-F238E27FC236}">
                <a16:creationId xmlns:a16="http://schemas.microsoft.com/office/drawing/2014/main" id="{9C392CD6-E8DA-3AE4-A302-2440AD7567A2}"/>
              </a:ext>
            </a:extLst>
          </p:cNvPr>
          <p:cNvSpPr txBox="1"/>
          <p:nvPr/>
        </p:nvSpPr>
        <p:spPr>
          <a:xfrm>
            <a:off x="6367258" y="5591379"/>
            <a:ext cx="6839644" cy="442674"/>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r>
              <a:rPr lang="en-GB" sz="2000" b="1" i="0" noProof="0">
                <a:solidFill>
                  <a:schemeClr val="tx2">
                    <a:lumMod val="10000"/>
                    <a:lumOff val="90000"/>
                  </a:schemeClr>
                </a:solidFill>
              </a:rPr>
              <a:t>LCOE is higher than DAM electricity price</a:t>
            </a:r>
          </a:p>
        </p:txBody>
      </p:sp>
      <p:sp>
        <p:nvSpPr>
          <p:cNvPr id="4" name="CasellaDiTesto 3">
            <a:extLst>
              <a:ext uri="{FF2B5EF4-FFF2-40B4-BE49-F238E27FC236}">
                <a16:creationId xmlns:a16="http://schemas.microsoft.com/office/drawing/2014/main" id="{AC084DA2-D127-02B5-BC52-33C40F1D4447}"/>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0" name="TextBox 13">
            <a:extLst>
              <a:ext uri="{FF2B5EF4-FFF2-40B4-BE49-F238E27FC236}">
                <a16:creationId xmlns:a16="http://schemas.microsoft.com/office/drawing/2014/main" id="{3A436FEC-582D-5825-EAB4-504913AD29BB}"/>
              </a:ext>
            </a:extLst>
          </p:cNvPr>
          <p:cNvSpPr txBox="1"/>
          <p:nvPr/>
        </p:nvSpPr>
        <p:spPr>
          <a:xfrm>
            <a:off x="7262101" y="60129"/>
            <a:ext cx="1044000" cy="432000"/>
          </a:xfrm>
          <a:prstGeom prst="roundRect">
            <a:avLst/>
          </a:prstGeom>
          <a:solidFill>
            <a:schemeClr val="accent1">
              <a:lumMod val="60000"/>
              <a:lumOff val="40000"/>
            </a:schemeClr>
          </a:solidFill>
          <a:ln w="28575" cap="flat" cmpd="sng" algn="ctr">
            <a:solidFill>
              <a:schemeClr val="accent1">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BENCHMARK SCENARIO</a:t>
            </a:r>
          </a:p>
        </p:txBody>
      </p:sp>
      <p:sp>
        <p:nvSpPr>
          <p:cNvPr id="12" name="Arrow: Right 14">
            <a:extLst>
              <a:ext uri="{FF2B5EF4-FFF2-40B4-BE49-F238E27FC236}">
                <a16:creationId xmlns:a16="http://schemas.microsoft.com/office/drawing/2014/main" id="{44B19F30-2B00-644B-7D99-3C554DB0989B}"/>
              </a:ext>
            </a:extLst>
          </p:cNvPr>
          <p:cNvSpPr/>
          <p:nvPr/>
        </p:nvSpPr>
        <p:spPr>
          <a:xfrm>
            <a:off x="8376772" y="126749"/>
            <a:ext cx="285900" cy="284405"/>
          </a:xfrm>
          <a:prstGeom prst="rightArrow">
            <a:avLst/>
          </a:prstGeom>
          <a:solidFill>
            <a:schemeClr val="tx2">
              <a:lumMod val="10000"/>
              <a:lumOff val="9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4" name="TextBox 15">
            <a:extLst>
              <a:ext uri="{FF2B5EF4-FFF2-40B4-BE49-F238E27FC236}">
                <a16:creationId xmlns:a16="http://schemas.microsoft.com/office/drawing/2014/main" id="{4C65AC1D-23D1-9795-E823-589F93F57E1E}"/>
              </a:ext>
            </a:extLst>
          </p:cNvPr>
          <p:cNvSpPr txBox="1"/>
          <p:nvPr/>
        </p:nvSpPr>
        <p:spPr>
          <a:xfrm>
            <a:off x="8733343" y="52216"/>
            <a:ext cx="1044000" cy="432000"/>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UPGRADE SCENARIO</a:t>
            </a:r>
          </a:p>
        </p:txBody>
      </p:sp>
      <p:sp>
        <p:nvSpPr>
          <p:cNvPr id="16" name="TextBox 17">
            <a:extLst>
              <a:ext uri="{FF2B5EF4-FFF2-40B4-BE49-F238E27FC236}">
                <a16:creationId xmlns:a16="http://schemas.microsoft.com/office/drawing/2014/main" id="{E9EF5847-CAAE-45CF-6260-BF2046B992A6}"/>
              </a:ext>
            </a:extLst>
          </p:cNvPr>
          <p:cNvSpPr txBox="1"/>
          <p:nvPr/>
        </p:nvSpPr>
        <p:spPr>
          <a:xfrm>
            <a:off x="10204585" y="55291"/>
            <a:ext cx="1080000" cy="432000"/>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 HOURLY SCENARIO</a:t>
            </a:r>
          </a:p>
        </p:txBody>
      </p:sp>
      <p:sp>
        <p:nvSpPr>
          <p:cNvPr id="20" name="Arrow: Right 19">
            <a:extLst>
              <a:ext uri="{FF2B5EF4-FFF2-40B4-BE49-F238E27FC236}">
                <a16:creationId xmlns:a16="http://schemas.microsoft.com/office/drawing/2014/main" id="{9BDCF285-B7A5-B18F-AC5F-F21974D4F8BB}"/>
              </a:ext>
            </a:extLst>
          </p:cNvPr>
          <p:cNvSpPr/>
          <p:nvPr/>
        </p:nvSpPr>
        <p:spPr>
          <a:xfrm>
            <a:off x="9848014" y="124455"/>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1" name="Picture 2">
            <a:extLst>
              <a:ext uri="{FF2B5EF4-FFF2-40B4-BE49-F238E27FC236}">
                <a16:creationId xmlns:a16="http://schemas.microsoft.com/office/drawing/2014/main" id="{98F1B99B-3A9C-A194-FEAA-327C09A6FAEF}"/>
              </a:ext>
            </a:extLst>
          </p:cNvPr>
          <p:cNvPicPr>
            <a:picLocks noChangeAspect="1" noChangeArrowheads="1"/>
          </p:cNvPicPr>
          <p:nvPr/>
        </p:nvPicPr>
        <p:blipFill rotWithShape="1">
          <a:blip r:embed="rId9">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3567288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85146424-8E30-3155-3593-5331D92ECA0D}"/>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468BE0C4-1FBA-1B62-7C20-E50F6E28B6C6}"/>
              </a:ext>
            </a:extLst>
          </p:cNvPr>
          <p:cNvSpPr txBox="1"/>
          <p:nvPr/>
        </p:nvSpPr>
        <p:spPr>
          <a:xfrm>
            <a:off x="695325" y="66774"/>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2" name="CasellaDiTesto 38">
            <a:extLst>
              <a:ext uri="{FF2B5EF4-FFF2-40B4-BE49-F238E27FC236}">
                <a16:creationId xmlns:a16="http://schemas.microsoft.com/office/drawing/2014/main" id="{A944AD58-AB62-46F6-79E2-93B59653CBB6}"/>
              </a:ext>
            </a:extLst>
          </p:cNvPr>
          <p:cNvSpPr txBox="1"/>
          <p:nvPr/>
        </p:nvSpPr>
        <p:spPr>
          <a:xfrm>
            <a:off x="695325" y="569893"/>
            <a:ext cx="5177252"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Upgrade Scenario</a:t>
            </a:r>
          </a:p>
        </p:txBody>
      </p:sp>
      <p:sp>
        <p:nvSpPr>
          <p:cNvPr id="10" name="TextBox 9">
            <a:extLst>
              <a:ext uri="{FF2B5EF4-FFF2-40B4-BE49-F238E27FC236}">
                <a16:creationId xmlns:a16="http://schemas.microsoft.com/office/drawing/2014/main" id="{D085B80A-E5AF-8B8F-55E0-6D93409E7003}"/>
              </a:ext>
            </a:extLst>
          </p:cNvPr>
          <p:cNvSpPr txBox="1"/>
          <p:nvPr/>
        </p:nvSpPr>
        <p:spPr>
          <a:xfrm>
            <a:off x="724456" y="1405453"/>
            <a:ext cx="6984283" cy="1123712"/>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marL="342900" indent="-342900" algn="just">
              <a:buFont typeface="Arial" panose="020B0604020202020204" pitchFamily="34" charset="0"/>
              <a:buChar char="•"/>
            </a:pPr>
            <a:r>
              <a:rPr lang="en-GB" sz="2000" b="1" i="0" noProof="0">
                <a:solidFill>
                  <a:schemeClr val="tx2">
                    <a:lumMod val="10000"/>
                    <a:lumOff val="90000"/>
                  </a:schemeClr>
                </a:solidFill>
              </a:rPr>
              <a:t>AEO reduction due to turbines degradation over time.</a:t>
            </a:r>
          </a:p>
          <a:p>
            <a:pPr marL="342900" indent="-342900" algn="just">
              <a:buFont typeface="Arial" panose="020B0604020202020204" pitchFamily="34" charset="0"/>
              <a:buChar char="•"/>
            </a:pPr>
            <a:r>
              <a:rPr lang="en-GB" sz="2000" b="1" i="0" noProof="0">
                <a:solidFill>
                  <a:schemeClr val="tx2">
                    <a:lumMod val="10000"/>
                    <a:lumOff val="90000"/>
                  </a:schemeClr>
                </a:solidFill>
              </a:rPr>
              <a:t>OPEX increase due to higher failure rates with years of operation.</a:t>
            </a:r>
          </a:p>
        </p:txBody>
      </p:sp>
      <p:pic>
        <p:nvPicPr>
          <p:cNvPr id="12" name="Picture 11" descr="A table with numbers and symbols&#10;&#10;AI-generated content may be incorrect.">
            <a:extLst>
              <a:ext uri="{FF2B5EF4-FFF2-40B4-BE49-F238E27FC236}">
                <a16:creationId xmlns:a16="http://schemas.microsoft.com/office/drawing/2014/main" id="{942EF86E-DFEC-7860-5F2F-F8538249F5EA}"/>
              </a:ext>
            </a:extLst>
          </p:cNvPr>
          <p:cNvPicPr>
            <a:picLocks noChangeAspect="1"/>
          </p:cNvPicPr>
          <p:nvPr/>
        </p:nvPicPr>
        <p:blipFill>
          <a:blip r:embed="rId2">
            <a:duotone>
              <a:prstClr val="black"/>
              <a:schemeClr val="tx2">
                <a:lumMod val="10000"/>
                <a:lumOff val="90000"/>
                <a:tint val="45000"/>
                <a:satMod val="400000"/>
              </a:schemeClr>
            </a:duotone>
          </a:blip>
          <a:stretch>
            <a:fillRect/>
          </a:stretch>
        </p:blipFill>
        <p:spPr>
          <a:xfrm>
            <a:off x="8136999" y="1130860"/>
            <a:ext cx="2842513" cy="1468240"/>
          </a:xfrm>
          <a:prstGeom prst="rect">
            <a:avLst/>
          </a:prstGeom>
        </p:spPr>
      </p:pic>
      <p:pic>
        <p:nvPicPr>
          <p:cNvPr id="14" name="Picture 13" descr="A graph showing a number of numbers&#10;&#10;AI-generated content may be incorrect.">
            <a:extLst>
              <a:ext uri="{FF2B5EF4-FFF2-40B4-BE49-F238E27FC236}">
                <a16:creationId xmlns:a16="http://schemas.microsoft.com/office/drawing/2014/main" id="{DAB60A9D-77F5-6F1D-0AEC-78D5EB3A708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65988" y="2687995"/>
            <a:ext cx="6563361" cy="3281681"/>
          </a:xfrm>
          <a:prstGeom prst="roundRect">
            <a:avLst>
              <a:gd name="adj" fmla="val 7144"/>
            </a:avLst>
          </a:prstGeom>
        </p:spPr>
      </p:pic>
      <p:sp>
        <p:nvSpPr>
          <p:cNvPr id="15" name="TextBox 14">
            <a:extLst>
              <a:ext uri="{FF2B5EF4-FFF2-40B4-BE49-F238E27FC236}">
                <a16:creationId xmlns:a16="http://schemas.microsoft.com/office/drawing/2014/main" id="{99652306-FD7C-C4E1-F2D3-7662CFBF7C40}"/>
              </a:ext>
            </a:extLst>
          </p:cNvPr>
          <p:cNvSpPr txBox="1"/>
          <p:nvPr/>
        </p:nvSpPr>
        <p:spPr>
          <a:xfrm>
            <a:off x="7944332" y="3098676"/>
            <a:ext cx="3227848" cy="1328023"/>
          </a:xfrm>
          <a:prstGeom prst="roundRect">
            <a:avLst/>
          </a:prstGeom>
          <a:solidFill>
            <a:schemeClr val="accent4">
              <a:lumMod val="20000"/>
              <a:lumOff val="80000"/>
            </a:schemeClr>
          </a:solidFill>
          <a:ln w="28575" cap="flat" cmpd="sng" algn="ctr">
            <a:solidFill>
              <a:schemeClr val="tx2">
                <a:lumMod val="10000"/>
                <a:lumOff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Still positive NPV but lower than benchmark</a:t>
            </a:r>
          </a:p>
        </p:txBody>
      </p:sp>
      <p:sp>
        <p:nvSpPr>
          <p:cNvPr id="16" name="TextBox 15">
            <a:extLst>
              <a:ext uri="{FF2B5EF4-FFF2-40B4-BE49-F238E27FC236}">
                <a16:creationId xmlns:a16="http://schemas.microsoft.com/office/drawing/2014/main" id="{B21844C1-F687-C678-C3F8-CB7F61FD750E}"/>
              </a:ext>
            </a:extLst>
          </p:cNvPr>
          <p:cNvSpPr txBox="1"/>
          <p:nvPr/>
        </p:nvSpPr>
        <p:spPr>
          <a:xfrm>
            <a:off x="7944331" y="4745946"/>
            <a:ext cx="3227848" cy="919401"/>
          </a:xfrm>
          <a:prstGeom prst="roundRect">
            <a:avLst>
              <a:gd name="adj" fmla="val 18877"/>
            </a:avLst>
          </a:prstGeom>
          <a:solidFill>
            <a:schemeClr val="accent4">
              <a:lumMod val="20000"/>
              <a:lumOff val="80000"/>
            </a:schemeClr>
          </a:solidFill>
          <a:ln w="28575" cap="flat" cmpd="sng" algn="ctr">
            <a:solidFill>
              <a:schemeClr val="tx2">
                <a:lumMod val="10000"/>
                <a:lumOff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2400" b="1" i="0" noProof="0">
                <a:solidFill>
                  <a:schemeClr val="accent1">
                    <a:lumMod val="50000"/>
                  </a:schemeClr>
                </a:solidFill>
              </a:rPr>
              <a:t>Higher Pay Back Time</a:t>
            </a:r>
          </a:p>
        </p:txBody>
      </p:sp>
      <p:sp>
        <p:nvSpPr>
          <p:cNvPr id="4" name="CasellaDiTesto 3">
            <a:extLst>
              <a:ext uri="{FF2B5EF4-FFF2-40B4-BE49-F238E27FC236}">
                <a16:creationId xmlns:a16="http://schemas.microsoft.com/office/drawing/2014/main" id="{0D13ABFD-5137-4AB8-45D9-F7A6BD1E83EC}"/>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1" name="TextBox 13">
            <a:extLst>
              <a:ext uri="{FF2B5EF4-FFF2-40B4-BE49-F238E27FC236}">
                <a16:creationId xmlns:a16="http://schemas.microsoft.com/office/drawing/2014/main" id="{0E2045E7-FAF9-11F6-3154-67087716197D}"/>
              </a:ext>
            </a:extLst>
          </p:cNvPr>
          <p:cNvSpPr txBox="1"/>
          <p:nvPr/>
        </p:nvSpPr>
        <p:spPr>
          <a:xfrm>
            <a:off x="7262101" y="60129"/>
            <a:ext cx="1044000" cy="432000"/>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BENCHMARK SCENARIO</a:t>
            </a:r>
          </a:p>
        </p:txBody>
      </p:sp>
      <p:sp>
        <p:nvSpPr>
          <p:cNvPr id="13" name="Arrow: Right 14">
            <a:extLst>
              <a:ext uri="{FF2B5EF4-FFF2-40B4-BE49-F238E27FC236}">
                <a16:creationId xmlns:a16="http://schemas.microsoft.com/office/drawing/2014/main" id="{22B4AF28-52F9-92DC-7F57-A2AEFF6F3B55}"/>
              </a:ext>
            </a:extLst>
          </p:cNvPr>
          <p:cNvSpPr/>
          <p:nvPr/>
        </p:nvSpPr>
        <p:spPr>
          <a:xfrm>
            <a:off x="8376772" y="126749"/>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extBox 15">
            <a:extLst>
              <a:ext uri="{FF2B5EF4-FFF2-40B4-BE49-F238E27FC236}">
                <a16:creationId xmlns:a16="http://schemas.microsoft.com/office/drawing/2014/main" id="{0A7578B7-B59E-31DB-92A0-C96CD50C269D}"/>
              </a:ext>
            </a:extLst>
          </p:cNvPr>
          <p:cNvSpPr txBox="1"/>
          <p:nvPr/>
        </p:nvSpPr>
        <p:spPr>
          <a:xfrm>
            <a:off x="8733343" y="52216"/>
            <a:ext cx="1044000" cy="432000"/>
          </a:xfrm>
          <a:prstGeom prst="roundRect">
            <a:avLst/>
          </a:prstGeom>
          <a:solidFill>
            <a:schemeClr val="accent1">
              <a:lumMod val="60000"/>
              <a:lumOff val="40000"/>
            </a:schemeClr>
          </a:solidFill>
          <a:ln w="28575" cap="flat" cmpd="sng" algn="ctr">
            <a:solidFill>
              <a:schemeClr val="accent1">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UPGRADE SCENARIO</a:t>
            </a:r>
          </a:p>
        </p:txBody>
      </p:sp>
      <p:sp>
        <p:nvSpPr>
          <p:cNvPr id="18" name="TextBox 17">
            <a:extLst>
              <a:ext uri="{FF2B5EF4-FFF2-40B4-BE49-F238E27FC236}">
                <a16:creationId xmlns:a16="http://schemas.microsoft.com/office/drawing/2014/main" id="{497CCD01-378A-F51B-92CD-7AC259069CC4}"/>
              </a:ext>
            </a:extLst>
          </p:cNvPr>
          <p:cNvSpPr txBox="1"/>
          <p:nvPr/>
        </p:nvSpPr>
        <p:spPr>
          <a:xfrm>
            <a:off x="10204585" y="55291"/>
            <a:ext cx="1080000" cy="432000"/>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 HOURLY SCENARIO</a:t>
            </a:r>
          </a:p>
        </p:txBody>
      </p:sp>
      <p:sp>
        <p:nvSpPr>
          <p:cNvPr id="19" name="Arrow: Right 19">
            <a:extLst>
              <a:ext uri="{FF2B5EF4-FFF2-40B4-BE49-F238E27FC236}">
                <a16:creationId xmlns:a16="http://schemas.microsoft.com/office/drawing/2014/main" id="{0F4C6F96-3850-AD37-4CE3-BEA0F992923D}"/>
              </a:ext>
            </a:extLst>
          </p:cNvPr>
          <p:cNvSpPr/>
          <p:nvPr/>
        </p:nvSpPr>
        <p:spPr>
          <a:xfrm>
            <a:off x="9848014" y="124455"/>
            <a:ext cx="285900" cy="284405"/>
          </a:xfrm>
          <a:prstGeom prst="rightArrow">
            <a:avLst/>
          </a:prstGeom>
          <a:solidFill>
            <a:srgbClr val="CAEEFB"/>
          </a:solidFill>
          <a:ln>
            <a:solidFill>
              <a:srgbClr val="CAEE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0" name="Picture 2">
            <a:extLst>
              <a:ext uri="{FF2B5EF4-FFF2-40B4-BE49-F238E27FC236}">
                <a16:creationId xmlns:a16="http://schemas.microsoft.com/office/drawing/2014/main" id="{B8B1B70C-5085-C20F-FD8B-1FC9759A50CA}"/>
              </a:ext>
            </a:extLst>
          </p:cNvPr>
          <p:cNvPicPr>
            <a:picLocks noChangeAspect="1" noChangeArrowheads="1"/>
          </p:cNvPicPr>
          <p:nvPr/>
        </p:nvPicPr>
        <p:blipFill rotWithShape="1">
          <a:blip r:embed="rId4">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848260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45C65237-1E83-9F1A-0C90-E1E9B87153D3}"/>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41FE4C62-DDF6-EDCD-EB4C-2E59404DB7FC}"/>
              </a:ext>
            </a:extLst>
          </p:cNvPr>
          <p:cNvSpPr txBox="1"/>
          <p:nvPr/>
        </p:nvSpPr>
        <p:spPr>
          <a:xfrm>
            <a:off x="695325" y="46298"/>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2" name="CasellaDiTesto 38">
            <a:extLst>
              <a:ext uri="{FF2B5EF4-FFF2-40B4-BE49-F238E27FC236}">
                <a16:creationId xmlns:a16="http://schemas.microsoft.com/office/drawing/2014/main" id="{B9BE293A-CF4D-5864-9FA3-D503ACBCBB49}"/>
              </a:ext>
            </a:extLst>
          </p:cNvPr>
          <p:cNvSpPr txBox="1"/>
          <p:nvPr/>
        </p:nvSpPr>
        <p:spPr>
          <a:xfrm>
            <a:off x="695325" y="549275"/>
            <a:ext cx="7154208"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Upgrade Hourly Scenario</a:t>
            </a:r>
          </a:p>
        </p:txBody>
      </p:sp>
      <p:sp>
        <p:nvSpPr>
          <p:cNvPr id="10" name="TextBox 9">
            <a:extLst>
              <a:ext uri="{FF2B5EF4-FFF2-40B4-BE49-F238E27FC236}">
                <a16:creationId xmlns:a16="http://schemas.microsoft.com/office/drawing/2014/main" id="{CDFB5A3A-C6FB-576D-2B08-0F2561220139}"/>
              </a:ext>
            </a:extLst>
          </p:cNvPr>
          <p:cNvSpPr txBox="1"/>
          <p:nvPr/>
        </p:nvSpPr>
        <p:spPr>
          <a:xfrm>
            <a:off x="695325" y="1447285"/>
            <a:ext cx="7422515" cy="1123712"/>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marL="342900" indent="-342900" algn="just">
              <a:buFont typeface="Arial" panose="020B0604020202020204" pitchFamily="34" charset="0"/>
              <a:buChar char="•"/>
            </a:pPr>
            <a:r>
              <a:rPr lang="en-GB" sz="2000" b="1" i="0" noProof="0">
                <a:solidFill>
                  <a:schemeClr val="tx2">
                    <a:lumMod val="10000"/>
                    <a:lumOff val="90000"/>
                  </a:schemeClr>
                </a:solidFill>
              </a:rPr>
              <a:t>Hourly electricity selling price is accounted for the last 5 years!</a:t>
            </a:r>
          </a:p>
          <a:p>
            <a:pPr marL="342900" indent="-342900" algn="just">
              <a:buFont typeface="Arial" panose="020B0604020202020204" pitchFamily="34" charset="0"/>
              <a:buChar char="•"/>
            </a:pPr>
            <a:r>
              <a:rPr lang="en-GB" sz="2000" b="1" i="0" noProof="0">
                <a:solidFill>
                  <a:schemeClr val="tx2">
                    <a:lumMod val="10000"/>
                    <a:lumOff val="90000"/>
                  </a:schemeClr>
                </a:solidFill>
              </a:rPr>
              <a:t>Hourly wind energy production is accounted!</a:t>
            </a:r>
          </a:p>
        </p:txBody>
      </p:sp>
      <p:pic>
        <p:nvPicPr>
          <p:cNvPr id="12" name="Picture 11" descr="A graph showing the number of years&#10;&#10;AI-generated content may be incorrect.">
            <a:extLst>
              <a:ext uri="{FF2B5EF4-FFF2-40B4-BE49-F238E27FC236}">
                <a16:creationId xmlns:a16="http://schemas.microsoft.com/office/drawing/2014/main" id="{AF8CF064-7971-B5FD-EDB5-A935A9C2060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9965" y="2612765"/>
            <a:ext cx="6660515" cy="3330258"/>
          </a:xfrm>
          <a:prstGeom prst="roundRect">
            <a:avLst>
              <a:gd name="adj" fmla="val 7209"/>
            </a:avLst>
          </a:prstGeom>
        </p:spPr>
      </p:pic>
      <p:pic>
        <p:nvPicPr>
          <p:cNvPr id="14" name="Picture 13" descr="A white background with black text&#10;&#10;AI-generated content may be incorrect.">
            <a:extLst>
              <a:ext uri="{FF2B5EF4-FFF2-40B4-BE49-F238E27FC236}">
                <a16:creationId xmlns:a16="http://schemas.microsoft.com/office/drawing/2014/main" id="{3764DEB4-FE8A-2AC3-62DD-2F79E9CC2D9B}"/>
              </a:ext>
            </a:extLst>
          </p:cNvPr>
          <p:cNvPicPr>
            <a:picLocks noChangeAspect="1"/>
          </p:cNvPicPr>
          <p:nvPr/>
        </p:nvPicPr>
        <p:blipFill>
          <a:blip r:embed="rId3">
            <a:duotone>
              <a:prstClr val="black"/>
              <a:schemeClr val="tx2">
                <a:lumMod val="10000"/>
                <a:lumOff val="90000"/>
                <a:tint val="45000"/>
                <a:satMod val="400000"/>
              </a:schemeClr>
            </a:duotone>
          </a:blip>
          <a:stretch>
            <a:fillRect/>
          </a:stretch>
        </p:blipFill>
        <p:spPr>
          <a:xfrm>
            <a:off x="8439052" y="1234002"/>
            <a:ext cx="2817923" cy="1373168"/>
          </a:xfrm>
          <a:prstGeom prst="rect">
            <a:avLst/>
          </a:prstGeom>
        </p:spPr>
      </p:pic>
      <p:sp>
        <p:nvSpPr>
          <p:cNvPr id="15" name="TextBox 14">
            <a:extLst>
              <a:ext uri="{FF2B5EF4-FFF2-40B4-BE49-F238E27FC236}">
                <a16:creationId xmlns:a16="http://schemas.microsoft.com/office/drawing/2014/main" id="{D4D7B98E-9CFA-B566-0050-AF4333A6F68B}"/>
              </a:ext>
            </a:extLst>
          </p:cNvPr>
          <p:cNvSpPr txBox="1"/>
          <p:nvPr/>
        </p:nvSpPr>
        <p:spPr>
          <a:xfrm>
            <a:off x="8528266" y="3353881"/>
            <a:ext cx="2639493" cy="1736646"/>
          </a:xfrm>
          <a:prstGeom prst="roundRect">
            <a:avLst/>
          </a:prstGeom>
          <a:solidFill>
            <a:schemeClr val="accent4">
              <a:lumMod val="20000"/>
              <a:lumOff val="80000"/>
            </a:schemeClr>
          </a:solidFill>
          <a:ln w="28575" cap="flat" cmpd="sng" algn="ctr">
            <a:solidFill>
              <a:schemeClr val="tx2">
                <a:lumMod val="10000"/>
                <a:lumOff val="9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US" sz="2400" b="1" i="0">
                <a:solidFill>
                  <a:schemeClr val="accent1">
                    <a:lumMod val="50000"/>
                  </a:schemeClr>
                </a:solidFill>
              </a:rPr>
              <a:t>Very similar results to the Upgrade scenario</a:t>
            </a:r>
            <a:r>
              <a:rPr lang="en-GB" sz="2400" b="1" i="0" noProof="0">
                <a:solidFill>
                  <a:schemeClr val="accent1">
                    <a:lumMod val="50000"/>
                  </a:schemeClr>
                </a:solidFill>
              </a:rPr>
              <a:t>!</a:t>
            </a:r>
          </a:p>
        </p:txBody>
      </p:sp>
      <p:sp>
        <p:nvSpPr>
          <p:cNvPr id="4" name="CasellaDiTesto 3">
            <a:extLst>
              <a:ext uri="{FF2B5EF4-FFF2-40B4-BE49-F238E27FC236}">
                <a16:creationId xmlns:a16="http://schemas.microsoft.com/office/drawing/2014/main" id="{F0083FC5-9480-F9C7-EB8F-3321B0C9D251}"/>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1" name="TextBox 13">
            <a:extLst>
              <a:ext uri="{FF2B5EF4-FFF2-40B4-BE49-F238E27FC236}">
                <a16:creationId xmlns:a16="http://schemas.microsoft.com/office/drawing/2014/main" id="{9E6B9F74-6B70-5D41-3D31-45A1801FC63C}"/>
              </a:ext>
            </a:extLst>
          </p:cNvPr>
          <p:cNvSpPr txBox="1"/>
          <p:nvPr/>
        </p:nvSpPr>
        <p:spPr>
          <a:xfrm>
            <a:off x="7262101" y="60129"/>
            <a:ext cx="1044000" cy="432000"/>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BENCHMARK SCENARIO</a:t>
            </a:r>
          </a:p>
        </p:txBody>
      </p:sp>
      <p:sp>
        <p:nvSpPr>
          <p:cNvPr id="13" name="Arrow: Right 14">
            <a:extLst>
              <a:ext uri="{FF2B5EF4-FFF2-40B4-BE49-F238E27FC236}">
                <a16:creationId xmlns:a16="http://schemas.microsoft.com/office/drawing/2014/main" id="{A02A545C-009B-9871-392B-2B7F5CB7E0AE}"/>
              </a:ext>
            </a:extLst>
          </p:cNvPr>
          <p:cNvSpPr/>
          <p:nvPr/>
        </p:nvSpPr>
        <p:spPr>
          <a:xfrm>
            <a:off x="8376772" y="126749"/>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6" name="TextBox 15">
            <a:extLst>
              <a:ext uri="{FF2B5EF4-FFF2-40B4-BE49-F238E27FC236}">
                <a16:creationId xmlns:a16="http://schemas.microsoft.com/office/drawing/2014/main" id="{B82395B3-A2A6-0C8F-003E-1BEC9725A7DF}"/>
              </a:ext>
            </a:extLst>
          </p:cNvPr>
          <p:cNvSpPr txBox="1"/>
          <p:nvPr/>
        </p:nvSpPr>
        <p:spPr>
          <a:xfrm>
            <a:off x="8733343" y="52216"/>
            <a:ext cx="1044000" cy="432000"/>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UPGRADE SCENARIO</a:t>
            </a:r>
          </a:p>
        </p:txBody>
      </p:sp>
      <p:sp>
        <p:nvSpPr>
          <p:cNvPr id="17" name="TextBox 17">
            <a:extLst>
              <a:ext uri="{FF2B5EF4-FFF2-40B4-BE49-F238E27FC236}">
                <a16:creationId xmlns:a16="http://schemas.microsoft.com/office/drawing/2014/main" id="{634EC1EF-B95A-E2B8-48D9-695C795D9D60}"/>
              </a:ext>
            </a:extLst>
          </p:cNvPr>
          <p:cNvSpPr txBox="1"/>
          <p:nvPr/>
        </p:nvSpPr>
        <p:spPr>
          <a:xfrm>
            <a:off x="10204585" y="55291"/>
            <a:ext cx="1080000" cy="432000"/>
          </a:xfrm>
          <a:prstGeom prst="roundRect">
            <a:avLst/>
          </a:prstGeom>
          <a:solidFill>
            <a:schemeClr val="accent1">
              <a:lumMod val="60000"/>
              <a:lumOff val="40000"/>
            </a:schemeClr>
          </a:solidFill>
          <a:ln w="28575" cap="flat" cmpd="sng" algn="ctr">
            <a:solidFill>
              <a:schemeClr val="accent1">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noProof="0">
                <a:solidFill>
                  <a:schemeClr val="accent1">
                    <a:lumMod val="50000"/>
                  </a:schemeClr>
                </a:solidFill>
              </a:rPr>
              <a:t>UP. HOURLY SCENARIO</a:t>
            </a:r>
          </a:p>
        </p:txBody>
      </p:sp>
      <p:sp>
        <p:nvSpPr>
          <p:cNvPr id="18" name="Arrow: Right 19">
            <a:extLst>
              <a:ext uri="{FF2B5EF4-FFF2-40B4-BE49-F238E27FC236}">
                <a16:creationId xmlns:a16="http://schemas.microsoft.com/office/drawing/2014/main" id="{63D1406E-48BD-E076-5FF3-D230CC1E5D80}"/>
              </a:ext>
            </a:extLst>
          </p:cNvPr>
          <p:cNvSpPr/>
          <p:nvPr/>
        </p:nvSpPr>
        <p:spPr>
          <a:xfrm>
            <a:off x="9848014" y="124455"/>
            <a:ext cx="285900" cy="284405"/>
          </a:xfrm>
          <a:prstGeom prst="rightArrow">
            <a:avLst/>
          </a:prstGeom>
          <a:solidFill>
            <a:srgbClr val="CAEEFB"/>
          </a:solidFill>
          <a:ln>
            <a:solidFill>
              <a:srgbClr val="CAEE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9" name="Picture 2">
            <a:extLst>
              <a:ext uri="{FF2B5EF4-FFF2-40B4-BE49-F238E27FC236}">
                <a16:creationId xmlns:a16="http://schemas.microsoft.com/office/drawing/2014/main" id="{B2051FB6-997A-1DB7-4010-8CE5DB8F7A4A}"/>
              </a:ext>
            </a:extLst>
          </p:cNvPr>
          <p:cNvPicPr>
            <a:picLocks noChangeAspect="1" noChangeArrowheads="1"/>
          </p:cNvPicPr>
          <p:nvPr/>
        </p:nvPicPr>
        <p:blipFill rotWithShape="1">
          <a:blip r:embed="rId4">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47244"/>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B4823F0-6CBE-1095-D472-6B09A04FEC44}"/>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87B1CFC4-0550-E511-8D26-AA31A521720C}"/>
              </a:ext>
            </a:extLst>
          </p:cNvPr>
          <p:cNvSpPr txBox="1"/>
          <p:nvPr/>
        </p:nvSpPr>
        <p:spPr>
          <a:xfrm>
            <a:off x="695325" y="77468"/>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2" name="CasellaDiTesto 38">
            <a:extLst>
              <a:ext uri="{FF2B5EF4-FFF2-40B4-BE49-F238E27FC236}">
                <a16:creationId xmlns:a16="http://schemas.microsoft.com/office/drawing/2014/main" id="{28FB9E0E-1B22-5522-98F7-47C507DBDE10}"/>
              </a:ext>
            </a:extLst>
          </p:cNvPr>
          <p:cNvSpPr txBox="1"/>
          <p:nvPr/>
        </p:nvSpPr>
        <p:spPr>
          <a:xfrm>
            <a:off x="717728" y="549143"/>
            <a:ext cx="6839796"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What if FIP is lost?</a:t>
            </a:r>
          </a:p>
        </p:txBody>
      </p:sp>
      <p:pic>
        <p:nvPicPr>
          <p:cNvPr id="6" name="Graphic 5" descr="Sad face outline with solid fill">
            <a:extLst>
              <a:ext uri="{FF2B5EF4-FFF2-40B4-BE49-F238E27FC236}">
                <a16:creationId xmlns:a16="http://schemas.microsoft.com/office/drawing/2014/main" id="{3433D39B-967E-F3C1-D8FF-BAC86CBDC9F8}"/>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9558131" y="5349495"/>
            <a:ext cx="762000" cy="762000"/>
          </a:xfrm>
          <a:prstGeom prst="rect">
            <a:avLst/>
          </a:prstGeom>
        </p:spPr>
      </p:pic>
      <p:sp>
        <p:nvSpPr>
          <p:cNvPr id="12" name="TextBox 11">
            <a:extLst>
              <a:ext uri="{FF2B5EF4-FFF2-40B4-BE49-F238E27FC236}">
                <a16:creationId xmlns:a16="http://schemas.microsoft.com/office/drawing/2014/main" id="{DD2FC85A-6004-7D7D-BE02-857953669521}"/>
              </a:ext>
            </a:extLst>
          </p:cNvPr>
          <p:cNvSpPr txBox="1"/>
          <p:nvPr/>
        </p:nvSpPr>
        <p:spPr>
          <a:xfrm>
            <a:off x="1134289" y="5461712"/>
            <a:ext cx="4646752" cy="537567"/>
          </a:xfrm>
          <a:prstGeom prst="roundRect">
            <a:avLst>
              <a:gd name="adj" fmla="val 24403"/>
            </a:avLst>
          </a:prstGeom>
          <a:noFill/>
          <a:ln w="38100" cap="flat" cmpd="sng" algn="ctr">
            <a:solidFill>
              <a:schemeClr val="accent4">
                <a:lumMod val="20000"/>
                <a:lumOff val="8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just"/>
            <a:r>
              <a:rPr lang="en-GB" sz="2400" i="0" noProof="0">
                <a:solidFill>
                  <a:schemeClr val="tx2">
                    <a:lumMod val="10000"/>
                    <a:lumOff val="90000"/>
                  </a:schemeClr>
                </a:solidFill>
              </a:rPr>
              <a:t>LCOE &gt; Electricity Selling Price </a:t>
            </a:r>
          </a:p>
        </p:txBody>
      </p:sp>
      <p:sp>
        <p:nvSpPr>
          <p:cNvPr id="13" name="Arrow: Right 12">
            <a:extLst>
              <a:ext uri="{FF2B5EF4-FFF2-40B4-BE49-F238E27FC236}">
                <a16:creationId xmlns:a16="http://schemas.microsoft.com/office/drawing/2014/main" id="{B499CBDE-F725-4299-A1B6-8F4292FF51B7}"/>
              </a:ext>
            </a:extLst>
          </p:cNvPr>
          <p:cNvSpPr/>
          <p:nvPr/>
        </p:nvSpPr>
        <p:spPr>
          <a:xfrm>
            <a:off x="6096000" y="5602868"/>
            <a:ext cx="1076383" cy="255254"/>
          </a:xfrm>
          <a:prstGeom prst="rightArrow">
            <a:avLst/>
          </a:prstGeom>
          <a:solidFill>
            <a:schemeClr val="tx2">
              <a:lumMod val="10000"/>
              <a:lumOff val="90000"/>
            </a:schemeClr>
          </a:solidFill>
          <a:ln>
            <a:solidFill>
              <a:schemeClr val="accent4">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4" name="TextBox 13">
            <a:extLst>
              <a:ext uri="{FF2B5EF4-FFF2-40B4-BE49-F238E27FC236}">
                <a16:creationId xmlns:a16="http://schemas.microsoft.com/office/drawing/2014/main" id="{F1AA34C7-6754-EC5D-4D77-BE848EAF4912}"/>
              </a:ext>
            </a:extLst>
          </p:cNvPr>
          <p:cNvSpPr txBox="1"/>
          <p:nvPr/>
        </p:nvSpPr>
        <p:spPr>
          <a:xfrm>
            <a:off x="7584085" y="5460205"/>
            <a:ext cx="1562344" cy="550962"/>
          </a:xfrm>
          <a:prstGeom prst="roundRect">
            <a:avLst>
              <a:gd name="adj" fmla="val 28601"/>
            </a:avLst>
          </a:prstGeom>
          <a:noFill/>
          <a:ln w="38100" cap="flat" cmpd="sng" algn="ctr">
            <a:solidFill>
              <a:schemeClr val="accent4">
                <a:lumMod val="20000"/>
                <a:lumOff val="8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just"/>
            <a:r>
              <a:rPr lang="en-GB" sz="2400" i="0" noProof="0">
                <a:solidFill>
                  <a:schemeClr val="tx2">
                    <a:lumMod val="10000"/>
                    <a:lumOff val="90000"/>
                  </a:schemeClr>
                </a:solidFill>
              </a:rPr>
              <a:t>NPV &lt; 0</a:t>
            </a:r>
          </a:p>
        </p:txBody>
      </p:sp>
      <p:pic>
        <p:nvPicPr>
          <p:cNvPr id="16" name="Picture 15" descr="A graph of a number of numbers&#10;&#10;AI-generated content may be incorrect.">
            <a:extLst>
              <a:ext uri="{FF2B5EF4-FFF2-40B4-BE49-F238E27FC236}">
                <a16:creationId xmlns:a16="http://schemas.microsoft.com/office/drawing/2014/main" id="{7A6AFC6C-F567-5CAD-5FE6-76D8C4B903C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436124" y="1459781"/>
            <a:ext cx="7344866" cy="3672433"/>
          </a:xfrm>
          <a:prstGeom prst="roundRect">
            <a:avLst>
              <a:gd name="adj" fmla="val 7426"/>
            </a:avLst>
          </a:prstGeom>
        </p:spPr>
      </p:pic>
      <p:sp>
        <p:nvSpPr>
          <p:cNvPr id="3" name="CasellaDiTesto 2">
            <a:extLst>
              <a:ext uri="{FF2B5EF4-FFF2-40B4-BE49-F238E27FC236}">
                <a16:creationId xmlns:a16="http://schemas.microsoft.com/office/drawing/2014/main" id="{498AC0C4-1FD2-1790-94F8-30787504D439}"/>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4" name="TextBox 13">
            <a:extLst>
              <a:ext uri="{FF2B5EF4-FFF2-40B4-BE49-F238E27FC236}">
                <a16:creationId xmlns:a16="http://schemas.microsoft.com/office/drawing/2014/main" id="{011CD561-B736-0086-703B-945BA6F5D67D}"/>
              </a:ext>
            </a:extLst>
          </p:cNvPr>
          <p:cNvSpPr txBox="1"/>
          <p:nvPr/>
        </p:nvSpPr>
        <p:spPr>
          <a:xfrm>
            <a:off x="7262101" y="60129"/>
            <a:ext cx="1044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HYDROGEN SCENARIO</a:t>
            </a:r>
          </a:p>
        </p:txBody>
      </p:sp>
      <p:sp>
        <p:nvSpPr>
          <p:cNvPr id="15" name="Arrow: Right 14">
            <a:extLst>
              <a:ext uri="{FF2B5EF4-FFF2-40B4-BE49-F238E27FC236}">
                <a16:creationId xmlns:a16="http://schemas.microsoft.com/office/drawing/2014/main" id="{428293BF-1D17-8B36-B623-C8D529661429}"/>
              </a:ext>
            </a:extLst>
          </p:cNvPr>
          <p:cNvSpPr/>
          <p:nvPr/>
        </p:nvSpPr>
        <p:spPr>
          <a:xfrm rot="10800000">
            <a:off x="8376772" y="126749"/>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7" name="TextBox 15">
            <a:extLst>
              <a:ext uri="{FF2B5EF4-FFF2-40B4-BE49-F238E27FC236}">
                <a16:creationId xmlns:a16="http://schemas.microsoft.com/office/drawing/2014/main" id="{6213C564-52CC-AE1C-77F7-C674C857C80A}"/>
              </a:ext>
            </a:extLst>
          </p:cNvPr>
          <p:cNvSpPr txBox="1"/>
          <p:nvPr/>
        </p:nvSpPr>
        <p:spPr>
          <a:xfrm>
            <a:off x="8733343" y="52216"/>
            <a:ext cx="1044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SENSITIVITY ANALYSIS</a:t>
            </a:r>
          </a:p>
        </p:txBody>
      </p:sp>
      <p:sp>
        <p:nvSpPr>
          <p:cNvPr id="18" name="TextBox 17">
            <a:extLst>
              <a:ext uri="{FF2B5EF4-FFF2-40B4-BE49-F238E27FC236}">
                <a16:creationId xmlns:a16="http://schemas.microsoft.com/office/drawing/2014/main" id="{437805FD-9087-314B-D5D7-A65DCFEE0AD7}"/>
              </a:ext>
            </a:extLst>
          </p:cNvPr>
          <p:cNvSpPr txBox="1"/>
          <p:nvPr/>
        </p:nvSpPr>
        <p:spPr>
          <a:xfrm>
            <a:off x="10204585" y="55291"/>
            <a:ext cx="1080000" cy="442674"/>
          </a:xfrm>
          <a:prstGeom prst="roundRect">
            <a:avLst/>
          </a:prstGeom>
          <a:solidFill>
            <a:schemeClr val="accent1">
              <a:lumMod val="60000"/>
              <a:lumOff val="40000"/>
            </a:schemeClr>
          </a:solidFill>
          <a:ln w="28575" cap="flat" cmpd="sng" algn="ctr">
            <a:solidFill>
              <a:schemeClr val="accent1">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NO FIP SCENARIOS</a:t>
            </a:r>
          </a:p>
        </p:txBody>
      </p:sp>
      <p:sp>
        <p:nvSpPr>
          <p:cNvPr id="19" name="Arrow: Right 19">
            <a:extLst>
              <a:ext uri="{FF2B5EF4-FFF2-40B4-BE49-F238E27FC236}">
                <a16:creationId xmlns:a16="http://schemas.microsoft.com/office/drawing/2014/main" id="{96511390-73F0-29D0-DDC6-DC427162BC67}"/>
              </a:ext>
            </a:extLst>
          </p:cNvPr>
          <p:cNvSpPr/>
          <p:nvPr/>
        </p:nvSpPr>
        <p:spPr>
          <a:xfrm rot="10800000">
            <a:off x="9848014" y="124455"/>
            <a:ext cx="285900" cy="284405"/>
          </a:xfrm>
          <a:prstGeom prst="rightArrow">
            <a:avLst/>
          </a:prstGeom>
          <a:solidFill>
            <a:srgbClr val="CAEEFB"/>
          </a:solidFill>
          <a:ln>
            <a:solidFill>
              <a:srgbClr val="CAEE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0" name="Picture 2">
            <a:extLst>
              <a:ext uri="{FF2B5EF4-FFF2-40B4-BE49-F238E27FC236}">
                <a16:creationId xmlns:a16="http://schemas.microsoft.com/office/drawing/2014/main" id="{B3E957A8-42E1-80E3-112C-28D748FE98BF}"/>
              </a:ext>
            </a:extLst>
          </p:cNvPr>
          <p:cNvPicPr>
            <a:picLocks noChangeAspect="1" noChangeArrowheads="1"/>
          </p:cNvPicPr>
          <p:nvPr/>
        </p:nvPicPr>
        <p:blipFill rotWithShape="1">
          <a:blip r:embed="rId5">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7686818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E50AB9CC-E8A9-740C-F512-9BA5C61EBE5C}"/>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46EFC51F-B3C4-7CD3-A509-B119E3135401}"/>
              </a:ext>
            </a:extLst>
          </p:cNvPr>
          <p:cNvSpPr txBox="1"/>
          <p:nvPr/>
        </p:nvSpPr>
        <p:spPr>
          <a:xfrm>
            <a:off x="695325" y="86312"/>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2" name="CasellaDiTesto 38">
            <a:extLst>
              <a:ext uri="{FF2B5EF4-FFF2-40B4-BE49-F238E27FC236}">
                <a16:creationId xmlns:a16="http://schemas.microsoft.com/office/drawing/2014/main" id="{DC190747-384E-B5FF-5A1A-781A38FFDE9C}"/>
              </a:ext>
            </a:extLst>
          </p:cNvPr>
          <p:cNvSpPr txBox="1"/>
          <p:nvPr/>
        </p:nvSpPr>
        <p:spPr>
          <a:xfrm>
            <a:off x="717629" y="583454"/>
            <a:ext cx="6099469"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Sensitivity Analysis</a:t>
            </a:r>
          </a:p>
        </p:txBody>
      </p:sp>
      <p:sp>
        <p:nvSpPr>
          <p:cNvPr id="13" name="TextBox 12">
            <a:extLst>
              <a:ext uri="{FF2B5EF4-FFF2-40B4-BE49-F238E27FC236}">
                <a16:creationId xmlns:a16="http://schemas.microsoft.com/office/drawing/2014/main" id="{06BBB280-3F0F-851B-E538-9EEE1F27A069}"/>
              </a:ext>
            </a:extLst>
          </p:cNvPr>
          <p:cNvSpPr txBox="1"/>
          <p:nvPr/>
        </p:nvSpPr>
        <p:spPr>
          <a:xfrm>
            <a:off x="717629" y="1421000"/>
            <a:ext cx="7284325" cy="783193"/>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marL="342900" indent="-342900" algn="just">
              <a:buFont typeface="Arial" panose="020B0604020202020204" pitchFamily="34" charset="0"/>
              <a:buChar char="•"/>
            </a:pPr>
            <a:r>
              <a:rPr lang="en-GB" sz="2000" b="1" i="0">
                <a:solidFill>
                  <a:schemeClr val="tx2">
                    <a:lumMod val="10000"/>
                    <a:lumOff val="90000"/>
                  </a:schemeClr>
                </a:solidFill>
              </a:rPr>
              <a:t>Performed with respect to Upgrade Scenario.</a:t>
            </a:r>
          </a:p>
          <a:p>
            <a:pPr marL="342900" indent="-342900" algn="just">
              <a:buFont typeface="Arial" panose="020B0604020202020204" pitchFamily="34" charset="0"/>
              <a:buChar char="•"/>
            </a:pPr>
            <a:r>
              <a:rPr lang="en-GB" sz="2000" b="1" i="0" noProof="0">
                <a:solidFill>
                  <a:schemeClr val="tx2">
                    <a:lumMod val="10000"/>
                    <a:lumOff val="90000"/>
                  </a:schemeClr>
                </a:solidFill>
              </a:rPr>
              <a:t>Range of variation from 0,7 to 1,3 of nominal values.</a:t>
            </a:r>
          </a:p>
        </p:txBody>
      </p:sp>
      <p:pic>
        <p:nvPicPr>
          <p:cNvPr id="15" name="Picture 14" descr="A graph of different types of data&#10;&#10;AI-generated content may be incorrect.">
            <a:extLst>
              <a:ext uri="{FF2B5EF4-FFF2-40B4-BE49-F238E27FC236}">
                <a16:creationId xmlns:a16="http://schemas.microsoft.com/office/drawing/2014/main" id="{7A54A262-5165-052D-1F1C-147DBE3F35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1613" y="2529960"/>
            <a:ext cx="4909728" cy="3436810"/>
          </a:xfrm>
          <a:prstGeom prst="roundRect">
            <a:avLst>
              <a:gd name="adj" fmla="val 4206"/>
            </a:avLst>
          </a:prstGeom>
        </p:spPr>
      </p:pic>
      <p:pic>
        <p:nvPicPr>
          <p:cNvPr id="17" name="Picture 16" descr="A graph of different types of data&#10;&#10;AI-generated content may be incorrect.">
            <a:extLst>
              <a:ext uri="{FF2B5EF4-FFF2-40B4-BE49-F238E27FC236}">
                <a16:creationId xmlns:a16="http://schemas.microsoft.com/office/drawing/2014/main" id="{2BB09CCD-DCE9-3FFA-1F42-9C1ED863F728}"/>
              </a:ext>
            </a:extLst>
          </p:cNvPr>
          <p:cNvPicPr>
            <a:picLocks noChangeAspect="1"/>
          </p:cNvPicPr>
          <p:nvPr/>
        </p:nvPicPr>
        <p:blipFill>
          <a:blip r:embed="rId3">
            <a:extLst>
              <a:ext uri="{28A0092B-C50C-407E-A947-70E740481C1C}">
                <a14:useLocalDpi xmlns:a14="http://schemas.microsoft.com/office/drawing/2010/main" val="0"/>
              </a:ext>
            </a:extLst>
          </a:blip>
          <a:srcRect b="2621"/>
          <a:stretch>
            <a:fillRect/>
          </a:stretch>
        </p:blipFill>
        <p:spPr>
          <a:xfrm>
            <a:off x="6280661" y="2515839"/>
            <a:ext cx="5062590" cy="3450931"/>
          </a:xfrm>
          <a:prstGeom prst="roundRect">
            <a:avLst>
              <a:gd name="adj" fmla="val 3586"/>
            </a:avLst>
          </a:prstGeom>
        </p:spPr>
      </p:pic>
      <p:sp>
        <p:nvSpPr>
          <p:cNvPr id="4" name="CasellaDiTesto 3">
            <a:extLst>
              <a:ext uri="{FF2B5EF4-FFF2-40B4-BE49-F238E27FC236}">
                <a16:creationId xmlns:a16="http://schemas.microsoft.com/office/drawing/2014/main" id="{99A51245-1DB6-CD46-5F30-68737E1C3AD5}"/>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8" name="TextBox 13">
            <a:extLst>
              <a:ext uri="{FF2B5EF4-FFF2-40B4-BE49-F238E27FC236}">
                <a16:creationId xmlns:a16="http://schemas.microsoft.com/office/drawing/2014/main" id="{D6902638-7B4F-B2CB-900C-45E039B05765}"/>
              </a:ext>
            </a:extLst>
          </p:cNvPr>
          <p:cNvSpPr txBox="1"/>
          <p:nvPr/>
        </p:nvSpPr>
        <p:spPr>
          <a:xfrm>
            <a:off x="7262101" y="60129"/>
            <a:ext cx="1044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HYDROGEN SCENARIO</a:t>
            </a:r>
          </a:p>
        </p:txBody>
      </p:sp>
      <p:sp>
        <p:nvSpPr>
          <p:cNvPr id="19" name="Arrow: Right 14">
            <a:extLst>
              <a:ext uri="{FF2B5EF4-FFF2-40B4-BE49-F238E27FC236}">
                <a16:creationId xmlns:a16="http://schemas.microsoft.com/office/drawing/2014/main" id="{FCB709CF-222D-645F-E294-7BC39F0ACAC3}"/>
              </a:ext>
            </a:extLst>
          </p:cNvPr>
          <p:cNvSpPr/>
          <p:nvPr/>
        </p:nvSpPr>
        <p:spPr>
          <a:xfrm rot="10800000">
            <a:off x="8376772" y="126749"/>
            <a:ext cx="285900" cy="284405"/>
          </a:xfrm>
          <a:prstGeom prst="rightArrow">
            <a:avLst/>
          </a:prstGeom>
          <a:solidFill>
            <a:srgbClr val="CAEEFB"/>
          </a:solidFill>
          <a:ln>
            <a:solidFill>
              <a:srgbClr val="CAEE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0" name="TextBox 15">
            <a:extLst>
              <a:ext uri="{FF2B5EF4-FFF2-40B4-BE49-F238E27FC236}">
                <a16:creationId xmlns:a16="http://schemas.microsoft.com/office/drawing/2014/main" id="{1FBC86E9-D047-6884-CA5F-32997AC676BA}"/>
              </a:ext>
            </a:extLst>
          </p:cNvPr>
          <p:cNvSpPr txBox="1"/>
          <p:nvPr/>
        </p:nvSpPr>
        <p:spPr>
          <a:xfrm>
            <a:off x="8733343" y="52216"/>
            <a:ext cx="1044000" cy="442674"/>
          </a:xfrm>
          <a:prstGeom prst="roundRect">
            <a:avLst/>
          </a:prstGeom>
          <a:solidFill>
            <a:schemeClr val="accent1">
              <a:lumMod val="60000"/>
              <a:lumOff val="40000"/>
            </a:schemeClr>
          </a:solidFill>
          <a:ln w="28575" cap="flat" cmpd="sng" algn="ctr">
            <a:solidFill>
              <a:schemeClr val="accent1">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SENSITIVITY ANALYSIS</a:t>
            </a:r>
          </a:p>
        </p:txBody>
      </p:sp>
      <p:sp>
        <p:nvSpPr>
          <p:cNvPr id="21" name="TextBox 17">
            <a:extLst>
              <a:ext uri="{FF2B5EF4-FFF2-40B4-BE49-F238E27FC236}">
                <a16:creationId xmlns:a16="http://schemas.microsoft.com/office/drawing/2014/main" id="{8BFAF6A0-4378-EA0C-0CE8-E37F7EB9F105}"/>
              </a:ext>
            </a:extLst>
          </p:cNvPr>
          <p:cNvSpPr txBox="1"/>
          <p:nvPr/>
        </p:nvSpPr>
        <p:spPr>
          <a:xfrm>
            <a:off x="10204585" y="55291"/>
            <a:ext cx="1080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NO FIP SCENARIOS</a:t>
            </a:r>
          </a:p>
        </p:txBody>
      </p:sp>
      <p:sp>
        <p:nvSpPr>
          <p:cNvPr id="22" name="Arrow: Right 19">
            <a:extLst>
              <a:ext uri="{FF2B5EF4-FFF2-40B4-BE49-F238E27FC236}">
                <a16:creationId xmlns:a16="http://schemas.microsoft.com/office/drawing/2014/main" id="{69AFA807-8538-1AE4-6B98-32C10AAADCFF}"/>
              </a:ext>
            </a:extLst>
          </p:cNvPr>
          <p:cNvSpPr/>
          <p:nvPr/>
        </p:nvSpPr>
        <p:spPr>
          <a:xfrm rot="10800000">
            <a:off x="9848014" y="124455"/>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3" name="Picture 2">
            <a:extLst>
              <a:ext uri="{FF2B5EF4-FFF2-40B4-BE49-F238E27FC236}">
                <a16:creationId xmlns:a16="http://schemas.microsoft.com/office/drawing/2014/main" id="{390139B6-1F6A-5FD7-00E6-81EDAAD33CFC}"/>
              </a:ext>
            </a:extLst>
          </p:cNvPr>
          <p:cNvPicPr>
            <a:picLocks noChangeAspect="1" noChangeArrowheads="1"/>
          </p:cNvPicPr>
          <p:nvPr/>
        </p:nvPicPr>
        <p:blipFill rotWithShape="1">
          <a:blip r:embed="rId4">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5938544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3DE6E778-6E42-CBAC-1FBE-9B4A1ADBFD89}"/>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C15E12CD-DED5-C36E-54D8-C44ED3B341DD}"/>
              </a:ext>
            </a:extLst>
          </p:cNvPr>
          <p:cNvSpPr txBox="1"/>
          <p:nvPr/>
        </p:nvSpPr>
        <p:spPr>
          <a:xfrm>
            <a:off x="712521" y="60990"/>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3" name="CasellaDiTesto 38">
            <a:extLst>
              <a:ext uri="{FF2B5EF4-FFF2-40B4-BE49-F238E27FC236}">
                <a16:creationId xmlns:a16="http://schemas.microsoft.com/office/drawing/2014/main" id="{22B12B96-54DA-3CA9-EFF2-68A65924919C}"/>
              </a:ext>
            </a:extLst>
          </p:cNvPr>
          <p:cNvSpPr txBox="1"/>
          <p:nvPr/>
        </p:nvSpPr>
        <p:spPr>
          <a:xfrm>
            <a:off x="695325" y="565570"/>
            <a:ext cx="5906457"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Sensitivity Analysis</a:t>
            </a:r>
          </a:p>
        </p:txBody>
      </p:sp>
      <p:pic>
        <p:nvPicPr>
          <p:cNvPr id="16" name="Picture 15" descr="A graph of different types of variation&#10;&#10;AI-generated content may be incorrect.">
            <a:extLst>
              <a:ext uri="{FF2B5EF4-FFF2-40B4-BE49-F238E27FC236}">
                <a16:creationId xmlns:a16="http://schemas.microsoft.com/office/drawing/2014/main" id="{9FE8D4E5-9497-ED0E-9BA7-A78C83F9DF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0150" y="2474145"/>
            <a:ext cx="4926406" cy="3448484"/>
          </a:xfrm>
          <a:prstGeom prst="roundRect">
            <a:avLst>
              <a:gd name="adj" fmla="val 4584"/>
            </a:avLst>
          </a:prstGeom>
        </p:spPr>
      </p:pic>
      <p:pic>
        <p:nvPicPr>
          <p:cNvPr id="19" name="Picture 18" descr="A graph of different types of data&#10;&#10;AI-generated content may be incorrect.">
            <a:extLst>
              <a:ext uri="{FF2B5EF4-FFF2-40B4-BE49-F238E27FC236}">
                <a16:creationId xmlns:a16="http://schemas.microsoft.com/office/drawing/2014/main" id="{CB77B881-AC1D-4FC1-EB0F-1868B31154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325443" y="2474144"/>
            <a:ext cx="4926407" cy="3448485"/>
          </a:xfrm>
          <a:prstGeom prst="roundRect">
            <a:avLst>
              <a:gd name="adj" fmla="val 3912"/>
            </a:avLst>
          </a:prstGeom>
        </p:spPr>
      </p:pic>
      <p:sp>
        <p:nvSpPr>
          <p:cNvPr id="4" name="CasellaDiTesto 3">
            <a:extLst>
              <a:ext uri="{FF2B5EF4-FFF2-40B4-BE49-F238E27FC236}">
                <a16:creationId xmlns:a16="http://schemas.microsoft.com/office/drawing/2014/main" id="{F525AF32-CE33-65E1-6A62-952E64241F80}"/>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5" name="TextBox 12">
            <a:extLst>
              <a:ext uri="{FF2B5EF4-FFF2-40B4-BE49-F238E27FC236}">
                <a16:creationId xmlns:a16="http://schemas.microsoft.com/office/drawing/2014/main" id="{13A88405-BBF9-A4F9-D9BD-34C0B0BE751C}"/>
              </a:ext>
            </a:extLst>
          </p:cNvPr>
          <p:cNvSpPr txBox="1"/>
          <p:nvPr/>
        </p:nvSpPr>
        <p:spPr>
          <a:xfrm>
            <a:off x="717629" y="1421000"/>
            <a:ext cx="7284325" cy="783193"/>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marL="342900" indent="-342900" algn="just">
              <a:buFont typeface="Arial" panose="020B0604020202020204" pitchFamily="34" charset="0"/>
              <a:buChar char="•"/>
            </a:pPr>
            <a:r>
              <a:rPr lang="en-GB" sz="2000" b="1" i="0">
                <a:solidFill>
                  <a:schemeClr val="tx2">
                    <a:lumMod val="10000"/>
                    <a:lumOff val="90000"/>
                  </a:schemeClr>
                </a:solidFill>
              </a:rPr>
              <a:t>Performed with respect to Upgrade Scenario.</a:t>
            </a:r>
          </a:p>
          <a:p>
            <a:pPr marL="342900" indent="-342900" algn="just">
              <a:buFont typeface="Arial" panose="020B0604020202020204" pitchFamily="34" charset="0"/>
              <a:buChar char="•"/>
            </a:pPr>
            <a:r>
              <a:rPr lang="en-GB" sz="2000" b="1" i="0" noProof="0">
                <a:solidFill>
                  <a:schemeClr val="tx2">
                    <a:lumMod val="10000"/>
                    <a:lumOff val="90000"/>
                  </a:schemeClr>
                </a:solidFill>
              </a:rPr>
              <a:t>Range of variation from 0,7 to 1,3 of nominal values.</a:t>
            </a:r>
          </a:p>
        </p:txBody>
      </p:sp>
      <p:sp>
        <p:nvSpPr>
          <p:cNvPr id="17" name="TextBox 13">
            <a:extLst>
              <a:ext uri="{FF2B5EF4-FFF2-40B4-BE49-F238E27FC236}">
                <a16:creationId xmlns:a16="http://schemas.microsoft.com/office/drawing/2014/main" id="{945DE988-91A6-E6F3-E39E-6FE34592E1A9}"/>
              </a:ext>
            </a:extLst>
          </p:cNvPr>
          <p:cNvSpPr txBox="1"/>
          <p:nvPr/>
        </p:nvSpPr>
        <p:spPr>
          <a:xfrm>
            <a:off x="7262101" y="60129"/>
            <a:ext cx="1044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HYDROGEN SCENARIO</a:t>
            </a:r>
          </a:p>
        </p:txBody>
      </p:sp>
      <p:sp>
        <p:nvSpPr>
          <p:cNvPr id="18" name="Arrow: Right 14">
            <a:extLst>
              <a:ext uri="{FF2B5EF4-FFF2-40B4-BE49-F238E27FC236}">
                <a16:creationId xmlns:a16="http://schemas.microsoft.com/office/drawing/2014/main" id="{B7C0B290-44DA-377E-9555-D5CAD43993B0}"/>
              </a:ext>
            </a:extLst>
          </p:cNvPr>
          <p:cNvSpPr/>
          <p:nvPr/>
        </p:nvSpPr>
        <p:spPr>
          <a:xfrm rot="10800000">
            <a:off x="8376772" y="126749"/>
            <a:ext cx="285900" cy="284405"/>
          </a:xfrm>
          <a:prstGeom prst="rightArrow">
            <a:avLst/>
          </a:prstGeom>
          <a:solidFill>
            <a:srgbClr val="CAEEFB"/>
          </a:solidFill>
          <a:ln>
            <a:solidFill>
              <a:srgbClr val="CAEEF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20" name="TextBox 15">
            <a:extLst>
              <a:ext uri="{FF2B5EF4-FFF2-40B4-BE49-F238E27FC236}">
                <a16:creationId xmlns:a16="http://schemas.microsoft.com/office/drawing/2014/main" id="{549225B0-660A-4EB7-DE73-18E43B123B68}"/>
              </a:ext>
            </a:extLst>
          </p:cNvPr>
          <p:cNvSpPr txBox="1"/>
          <p:nvPr/>
        </p:nvSpPr>
        <p:spPr>
          <a:xfrm>
            <a:off x="8733343" y="52216"/>
            <a:ext cx="1044000" cy="442674"/>
          </a:xfrm>
          <a:prstGeom prst="roundRect">
            <a:avLst/>
          </a:prstGeom>
          <a:solidFill>
            <a:schemeClr val="accent1">
              <a:lumMod val="60000"/>
              <a:lumOff val="40000"/>
            </a:schemeClr>
          </a:solidFill>
          <a:ln w="28575" cap="flat" cmpd="sng" algn="ctr">
            <a:solidFill>
              <a:schemeClr val="accent1">
                <a:lumMod val="60000"/>
                <a:lumOff val="40000"/>
              </a:schemeClr>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SENSITIVITY ANALYSIS</a:t>
            </a:r>
          </a:p>
        </p:txBody>
      </p:sp>
      <p:sp>
        <p:nvSpPr>
          <p:cNvPr id="21" name="TextBox 17">
            <a:extLst>
              <a:ext uri="{FF2B5EF4-FFF2-40B4-BE49-F238E27FC236}">
                <a16:creationId xmlns:a16="http://schemas.microsoft.com/office/drawing/2014/main" id="{B85A8C56-7B68-F06F-9619-46CDC7C2E80E}"/>
              </a:ext>
            </a:extLst>
          </p:cNvPr>
          <p:cNvSpPr txBox="1"/>
          <p:nvPr/>
        </p:nvSpPr>
        <p:spPr>
          <a:xfrm>
            <a:off x="10204585" y="55291"/>
            <a:ext cx="1080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NO FIP SCENARIOS</a:t>
            </a:r>
          </a:p>
        </p:txBody>
      </p:sp>
      <p:sp>
        <p:nvSpPr>
          <p:cNvPr id="22" name="Arrow: Right 19">
            <a:extLst>
              <a:ext uri="{FF2B5EF4-FFF2-40B4-BE49-F238E27FC236}">
                <a16:creationId xmlns:a16="http://schemas.microsoft.com/office/drawing/2014/main" id="{95C73C9B-5374-3905-9DD5-6888EFD98240}"/>
              </a:ext>
            </a:extLst>
          </p:cNvPr>
          <p:cNvSpPr/>
          <p:nvPr/>
        </p:nvSpPr>
        <p:spPr>
          <a:xfrm rot="10800000">
            <a:off x="9848014" y="124455"/>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23" name="Picture 2">
            <a:extLst>
              <a:ext uri="{FF2B5EF4-FFF2-40B4-BE49-F238E27FC236}">
                <a16:creationId xmlns:a16="http://schemas.microsoft.com/office/drawing/2014/main" id="{62BED27D-A05C-9667-6588-745A82454F5B}"/>
              </a:ext>
            </a:extLst>
          </p:cNvPr>
          <p:cNvPicPr>
            <a:picLocks noChangeAspect="1" noChangeArrowheads="1"/>
          </p:cNvPicPr>
          <p:nvPr/>
        </p:nvPicPr>
        <p:blipFill rotWithShape="1">
          <a:blip r:embed="rId4">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864547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C7D7357-6D12-2C28-6A2B-1D6BEEB3443D}"/>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02D6CCEF-E226-2259-3D25-526E57E59282}"/>
              </a:ext>
            </a:extLst>
          </p:cNvPr>
          <p:cNvSpPr txBox="1"/>
          <p:nvPr/>
        </p:nvSpPr>
        <p:spPr>
          <a:xfrm>
            <a:off x="699876" y="73498"/>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3" name="CasellaDiTesto 38">
            <a:extLst>
              <a:ext uri="{FF2B5EF4-FFF2-40B4-BE49-F238E27FC236}">
                <a16:creationId xmlns:a16="http://schemas.microsoft.com/office/drawing/2014/main" id="{02EBCA00-0A67-95D1-2463-26711F03867B}"/>
              </a:ext>
            </a:extLst>
          </p:cNvPr>
          <p:cNvSpPr txBox="1"/>
          <p:nvPr/>
        </p:nvSpPr>
        <p:spPr>
          <a:xfrm>
            <a:off x="699876" y="575557"/>
            <a:ext cx="5752128"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Hydrogen Scenario</a:t>
            </a:r>
          </a:p>
        </p:txBody>
      </p:sp>
      <p:sp>
        <p:nvSpPr>
          <p:cNvPr id="15" name="TextBox 14">
            <a:extLst>
              <a:ext uri="{FF2B5EF4-FFF2-40B4-BE49-F238E27FC236}">
                <a16:creationId xmlns:a16="http://schemas.microsoft.com/office/drawing/2014/main" id="{2F17F8ED-DA78-C19A-F2B0-019B8B9E2D49}"/>
              </a:ext>
            </a:extLst>
          </p:cNvPr>
          <p:cNvSpPr txBox="1"/>
          <p:nvPr/>
        </p:nvSpPr>
        <p:spPr>
          <a:xfrm>
            <a:off x="3596568" y="1379775"/>
            <a:ext cx="4780204" cy="442674"/>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r>
              <a:rPr lang="en-GB" sz="2000" noProof="0"/>
              <a:t>No incentives </a:t>
            </a:r>
            <a:r>
              <a:rPr lang="en-GB" sz="2000" noProof="0">
                <a:sym typeface="Wingdings" panose="05000000000000000000" pitchFamily="2" charset="2"/>
              </a:rPr>
              <a:t> No plant profitability</a:t>
            </a:r>
            <a:endParaRPr lang="en-GB" sz="2000" noProof="0"/>
          </a:p>
        </p:txBody>
      </p:sp>
      <p:sp>
        <p:nvSpPr>
          <p:cNvPr id="17" name="Arrow: Down 16">
            <a:extLst>
              <a:ext uri="{FF2B5EF4-FFF2-40B4-BE49-F238E27FC236}">
                <a16:creationId xmlns:a16="http://schemas.microsoft.com/office/drawing/2014/main" id="{E300D21E-5635-8513-A923-2987638E87FD}"/>
              </a:ext>
            </a:extLst>
          </p:cNvPr>
          <p:cNvSpPr/>
          <p:nvPr/>
        </p:nvSpPr>
        <p:spPr>
          <a:xfrm>
            <a:off x="5907452" y="2030575"/>
            <a:ext cx="377095" cy="456740"/>
          </a:xfrm>
          <a:prstGeom prst="down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8" name="TextBox 17">
            <a:extLst>
              <a:ext uri="{FF2B5EF4-FFF2-40B4-BE49-F238E27FC236}">
                <a16:creationId xmlns:a16="http://schemas.microsoft.com/office/drawing/2014/main" id="{F64ADEAF-4DC8-C4C1-18DB-5427466F63DE}"/>
              </a:ext>
            </a:extLst>
          </p:cNvPr>
          <p:cNvSpPr txBox="1"/>
          <p:nvPr/>
        </p:nvSpPr>
        <p:spPr>
          <a:xfrm>
            <a:off x="1147307" y="2654875"/>
            <a:ext cx="9350931" cy="442674"/>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r>
              <a:rPr lang="en-GB" sz="2000" noProof="0"/>
              <a:t>What if we include the possibility to produce hydrogen when it is convenient?</a:t>
            </a:r>
          </a:p>
        </p:txBody>
      </p:sp>
      <p:grpSp>
        <p:nvGrpSpPr>
          <p:cNvPr id="39" name="Group 38">
            <a:extLst>
              <a:ext uri="{FF2B5EF4-FFF2-40B4-BE49-F238E27FC236}">
                <a16:creationId xmlns:a16="http://schemas.microsoft.com/office/drawing/2014/main" id="{DDB9E78A-0D92-111A-54A5-BFF33382D675}"/>
              </a:ext>
            </a:extLst>
          </p:cNvPr>
          <p:cNvGrpSpPr/>
          <p:nvPr/>
        </p:nvGrpSpPr>
        <p:grpSpPr>
          <a:xfrm>
            <a:off x="761450" y="3524976"/>
            <a:ext cx="10669101" cy="2681334"/>
            <a:chOff x="314176" y="3638025"/>
            <a:chExt cx="11563648" cy="3125449"/>
          </a:xfrm>
        </p:grpSpPr>
        <p:sp>
          <p:nvSpPr>
            <p:cNvPr id="22" name="TextBox 21">
              <a:extLst>
                <a:ext uri="{FF2B5EF4-FFF2-40B4-BE49-F238E27FC236}">
                  <a16:creationId xmlns:a16="http://schemas.microsoft.com/office/drawing/2014/main" id="{CDCCC176-6E88-F3DA-ADB7-2E5A7A89DD5D}"/>
                </a:ext>
              </a:extLst>
            </p:cNvPr>
            <p:cNvSpPr txBox="1"/>
            <p:nvPr/>
          </p:nvSpPr>
          <p:spPr>
            <a:xfrm>
              <a:off x="314176" y="3638025"/>
              <a:ext cx="11563648" cy="3125449"/>
            </a:xfrm>
            <a:prstGeom prst="roundRect">
              <a:avLst/>
            </a:prstGeom>
            <a:solidFill>
              <a:srgbClr val="1F8DBF"/>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endParaRPr lang="en-GB" noProof="0"/>
            </a:p>
          </p:txBody>
        </p:sp>
        <p:sp>
          <p:nvSpPr>
            <p:cNvPr id="23" name="TextBox 22">
              <a:extLst>
                <a:ext uri="{FF2B5EF4-FFF2-40B4-BE49-F238E27FC236}">
                  <a16:creationId xmlns:a16="http://schemas.microsoft.com/office/drawing/2014/main" id="{B346FF4C-BF31-5D2F-A4DB-271AF243594A}"/>
                </a:ext>
              </a:extLst>
            </p:cNvPr>
            <p:cNvSpPr txBox="1"/>
            <p:nvPr/>
          </p:nvSpPr>
          <p:spPr>
            <a:xfrm>
              <a:off x="446797" y="3919547"/>
              <a:ext cx="3559257" cy="408623"/>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just"/>
              <a:r>
                <a:rPr lang="en-GB" sz="1800" b="1" noProof="0">
                  <a:solidFill>
                    <a:schemeClr val="tx2">
                      <a:lumMod val="10000"/>
                      <a:lumOff val="90000"/>
                    </a:schemeClr>
                  </a:solidFill>
                </a:rPr>
                <a:t>For each hour of the year</a:t>
              </a:r>
            </a:p>
          </p:txBody>
        </p:sp>
        <p:sp>
          <p:nvSpPr>
            <p:cNvPr id="24" name="TextBox 23">
              <a:extLst>
                <a:ext uri="{FF2B5EF4-FFF2-40B4-BE49-F238E27FC236}">
                  <a16:creationId xmlns:a16="http://schemas.microsoft.com/office/drawing/2014/main" id="{38B76503-F7ED-1014-4E2F-3D591E772C5D}"/>
                </a:ext>
              </a:extLst>
            </p:cNvPr>
            <p:cNvSpPr txBox="1"/>
            <p:nvPr/>
          </p:nvSpPr>
          <p:spPr>
            <a:xfrm>
              <a:off x="486375" y="4609691"/>
              <a:ext cx="2763363" cy="1071683"/>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pPr algn="ctr"/>
              <a:r>
                <a:rPr lang="en-GB" noProof="0">
                  <a:solidFill>
                    <a:schemeClr val="accent1">
                      <a:lumMod val="75000"/>
                    </a:schemeClr>
                  </a:solidFill>
                </a:rPr>
                <a:t>Electricity From Wind Farm</a:t>
              </a:r>
            </a:p>
          </p:txBody>
        </p:sp>
        <p:sp>
          <p:nvSpPr>
            <p:cNvPr id="26" name="Arrow: Down 25">
              <a:extLst>
                <a:ext uri="{FF2B5EF4-FFF2-40B4-BE49-F238E27FC236}">
                  <a16:creationId xmlns:a16="http://schemas.microsoft.com/office/drawing/2014/main" id="{21607784-86CF-E612-4D65-440671FA68BA}"/>
                </a:ext>
              </a:extLst>
            </p:cNvPr>
            <p:cNvSpPr/>
            <p:nvPr/>
          </p:nvSpPr>
          <p:spPr>
            <a:xfrm rot="16200000">
              <a:off x="3579069" y="4727027"/>
              <a:ext cx="408623" cy="722885"/>
            </a:xfrm>
            <a:prstGeom prst="down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2">
                    <a:lumMod val="25000"/>
                    <a:lumOff val="75000"/>
                  </a:schemeClr>
                </a:solidFill>
              </a:endParaRPr>
            </a:p>
          </p:txBody>
        </p:sp>
        <p:sp>
          <p:nvSpPr>
            <p:cNvPr id="27" name="Diamond 26">
              <a:extLst>
                <a:ext uri="{FF2B5EF4-FFF2-40B4-BE49-F238E27FC236}">
                  <a16:creationId xmlns:a16="http://schemas.microsoft.com/office/drawing/2014/main" id="{C4BFC1EA-A71B-F404-CDB1-2B09A21DC474}"/>
                </a:ext>
              </a:extLst>
            </p:cNvPr>
            <p:cNvSpPr/>
            <p:nvPr/>
          </p:nvSpPr>
          <p:spPr>
            <a:xfrm>
              <a:off x="4267144" y="4369270"/>
              <a:ext cx="1575220" cy="1438399"/>
            </a:xfrm>
            <a:prstGeom prst="diamond">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p>
              <a:pPr algn="ctr"/>
              <a:endParaRPr lang="en-GB" sz="2400" b="1" i="1" noProof="0">
                <a:solidFill>
                  <a:schemeClr val="tx2">
                    <a:lumMod val="75000"/>
                    <a:lumOff val="25000"/>
                  </a:schemeClr>
                </a:solidFill>
                <a:latin typeface="Satoshi" pitchFamily="50" charset="0"/>
              </a:endParaRPr>
            </a:p>
          </p:txBody>
        </p:sp>
        <mc:AlternateContent xmlns:mc="http://schemas.openxmlformats.org/markup-compatibility/2006">
          <mc:Choice xmlns:a14="http://schemas.microsoft.com/office/drawing/2010/main" Requires="a14">
            <p:sp>
              <p:nvSpPr>
                <p:cNvPr id="29" name="TextBox 28">
                  <a:extLst>
                    <a:ext uri="{FF2B5EF4-FFF2-40B4-BE49-F238E27FC236}">
                      <a16:creationId xmlns:a16="http://schemas.microsoft.com/office/drawing/2014/main" id="{E55138CF-53D3-0ACF-02A4-38656C5643FF}"/>
                    </a:ext>
                  </a:extLst>
                </p:cNvPr>
                <p:cNvSpPr txBox="1"/>
                <p:nvPr/>
              </p:nvSpPr>
              <p:spPr>
                <a:xfrm>
                  <a:off x="4217867" y="4868476"/>
                  <a:ext cx="1673776" cy="439988"/>
                </a:xfrm>
                <a:prstGeom prst="roundRect">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just"/>
                  <a14:m>
                    <m:oMathPara xmlns:m="http://schemas.openxmlformats.org/officeDocument/2006/math">
                      <m:oMathParaPr>
                        <m:jc m:val="centerGroup"/>
                      </m:oMathParaPr>
                      <m:oMath xmlns:m="http://schemas.openxmlformats.org/officeDocument/2006/math">
                        <m:sSub>
                          <m:sSubPr>
                            <m:ctrlPr>
                              <a:rPr lang="en-GB" sz="1600" b="1" i="1" noProof="0" smtClean="0">
                                <a:solidFill>
                                  <a:schemeClr val="accent1">
                                    <a:lumMod val="75000"/>
                                  </a:schemeClr>
                                </a:solidFill>
                                <a:latin typeface="Cambria Math" panose="02040503050406030204" pitchFamily="18" charset="0"/>
                              </a:rPr>
                            </m:ctrlPr>
                          </m:sSubPr>
                          <m:e>
                            <m:r>
                              <a:rPr lang="en-GB" sz="1600" b="1" i="1" noProof="0" smtClean="0">
                                <a:solidFill>
                                  <a:schemeClr val="accent1">
                                    <a:lumMod val="75000"/>
                                  </a:schemeClr>
                                </a:solidFill>
                                <a:latin typeface="Cambria Math" panose="02040503050406030204" pitchFamily="18" charset="0"/>
                              </a:rPr>
                              <m:t>𝑪</m:t>
                            </m:r>
                          </m:e>
                          <m:sub>
                            <m:r>
                              <a:rPr lang="en-GB" sz="1600" b="1" i="1" noProof="0" smtClean="0">
                                <a:solidFill>
                                  <a:schemeClr val="accent1">
                                    <a:lumMod val="75000"/>
                                  </a:schemeClr>
                                </a:solidFill>
                                <a:latin typeface="Cambria Math" panose="02040503050406030204" pitchFamily="18" charset="0"/>
                              </a:rPr>
                              <m:t>𝑫𝑨𝑴</m:t>
                            </m:r>
                            <m:r>
                              <a:rPr lang="en-GB" sz="1600" b="1" i="1" noProof="0" smtClean="0">
                                <a:solidFill>
                                  <a:schemeClr val="accent1">
                                    <a:lumMod val="75000"/>
                                  </a:schemeClr>
                                </a:solidFill>
                                <a:latin typeface="Cambria Math" panose="02040503050406030204" pitchFamily="18" charset="0"/>
                              </a:rPr>
                              <m:t> </m:t>
                            </m:r>
                          </m:sub>
                        </m:sSub>
                        <m:r>
                          <a:rPr lang="en-GB" sz="1600" b="1" i="1" noProof="0" smtClean="0">
                            <a:solidFill>
                              <a:schemeClr val="accent1">
                                <a:lumMod val="75000"/>
                              </a:schemeClr>
                            </a:solidFill>
                            <a:latin typeface="Cambria Math" panose="02040503050406030204" pitchFamily="18" charset="0"/>
                          </a:rPr>
                          <m:t>&gt;</m:t>
                        </m:r>
                        <m:sSub>
                          <m:sSubPr>
                            <m:ctrlPr>
                              <a:rPr lang="en-GB" sz="1600" b="1" i="1" noProof="0" smtClean="0">
                                <a:solidFill>
                                  <a:schemeClr val="accent1">
                                    <a:lumMod val="75000"/>
                                  </a:schemeClr>
                                </a:solidFill>
                                <a:latin typeface="Cambria Math" panose="02040503050406030204" pitchFamily="18" charset="0"/>
                              </a:rPr>
                            </m:ctrlPr>
                          </m:sSubPr>
                          <m:e>
                            <m:r>
                              <a:rPr lang="en-GB" sz="1600" b="1" i="1" noProof="0" smtClean="0">
                                <a:solidFill>
                                  <a:schemeClr val="accent1">
                                    <a:lumMod val="75000"/>
                                  </a:schemeClr>
                                </a:solidFill>
                                <a:latin typeface="Cambria Math" panose="02040503050406030204" pitchFamily="18" charset="0"/>
                              </a:rPr>
                              <m:t>𝑪</m:t>
                            </m:r>
                          </m:e>
                          <m:sub>
                            <m:r>
                              <a:rPr lang="en-GB" sz="1600" b="1" i="1" noProof="0" smtClean="0">
                                <a:solidFill>
                                  <a:schemeClr val="accent1">
                                    <a:lumMod val="75000"/>
                                  </a:schemeClr>
                                </a:solidFill>
                                <a:latin typeface="Cambria Math" panose="02040503050406030204" pitchFamily="18" charset="0"/>
                              </a:rPr>
                              <m:t>𝑯</m:t>
                            </m:r>
                            <m:r>
                              <a:rPr lang="en-GB" sz="1600" b="1" i="1" noProof="0" smtClean="0">
                                <a:solidFill>
                                  <a:schemeClr val="accent1">
                                    <a:lumMod val="75000"/>
                                  </a:schemeClr>
                                </a:solidFill>
                                <a:latin typeface="Cambria Math" panose="02040503050406030204" pitchFamily="18" charset="0"/>
                              </a:rPr>
                              <m:t>𝟐</m:t>
                            </m:r>
                          </m:sub>
                        </m:sSub>
                      </m:oMath>
                    </m:oMathPara>
                  </a14:m>
                  <a:endParaRPr lang="en-GB" sz="1600" b="1" noProof="0">
                    <a:solidFill>
                      <a:schemeClr val="tx2">
                        <a:lumMod val="75000"/>
                        <a:lumOff val="25000"/>
                      </a:schemeClr>
                    </a:solidFill>
                    <a:latin typeface="Satoshi"/>
                  </a:endParaRPr>
                </a:p>
              </p:txBody>
            </p:sp>
          </mc:Choice>
          <mc:Fallback>
            <p:sp>
              <p:nvSpPr>
                <p:cNvPr id="29" name="TextBox 28">
                  <a:extLst>
                    <a:ext uri="{FF2B5EF4-FFF2-40B4-BE49-F238E27FC236}">
                      <a16:creationId xmlns:a16="http://schemas.microsoft.com/office/drawing/2014/main" id="{E55138CF-53D3-0ACF-02A4-38656C5643FF}"/>
                    </a:ext>
                  </a:extLst>
                </p:cNvPr>
                <p:cNvSpPr txBox="1">
                  <a:spLocks noRot="1" noChangeAspect="1" noMove="1" noResize="1" noEditPoints="1" noAdjustHandles="1" noChangeArrowheads="1" noChangeShapeType="1" noTextEdit="1"/>
                </p:cNvSpPr>
                <p:nvPr/>
              </p:nvSpPr>
              <p:spPr>
                <a:xfrm>
                  <a:off x="4217867" y="4868476"/>
                  <a:ext cx="1673776" cy="439988"/>
                </a:xfrm>
                <a:prstGeom prst="roundRect">
                  <a:avLst/>
                </a:prstGeom>
                <a:blipFill>
                  <a:blip r:embed="rId2"/>
                  <a:stretch>
                    <a:fillRect/>
                  </a:stretch>
                </a:blipFill>
                <a:ln w="28575" cap="flat" cmpd="sng" algn="ctr">
                  <a:noFill/>
                  <a:prstDash val="solid"/>
                  <a:round/>
                  <a:headEnd type="none" w="med" len="med"/>
                  <a:tailEnd type="none" w="med" len="med"/>
                </a:ln>
              </p:spPr>
              <p:txBody>
                <a:bodyPr/>
                <a:lstStyle/>
                <a:p>
                  <a:r>
                    <a:rPr lang="en-US">
                      <a:noFill/>
                    </a:rPr>
                    <a:t> </a:t>
                  </a:r>
                </a:p>
              </p:txBody>
            </p:sp>
          </mc:Fallback>
        </mc:AlternateContent>
        <p:sp>
          <p:nvSpPr>
            <p:cNvPr id="30" name="Arrow: Bent 29">
              <a:extLst>
                <a:ext uri="{FF2B5EF4-FFF2-40B4-BE49-F238E27FC236}">
                  <a16:creationId xmlns:a16="http://schemas.microsoft.com/office/drawing/2014/main" id="{CEE36CA7-7161-D685-4F15-B2D1EAD98D85}"/>
                </a:ext>
              </a:extLst>
            </p:cNvPr>
            <p:cNvSpPr/>
            <p:nvPr/>
          </p:nvSpPr>
          <p:spPr>
            <a:xfrm>
              <a:off x="4982831" y="3756860"/>
              <a:ext cx="908812" cy="510778"/>
            </a:xfrm>
            <a:prstGeom prst="bentArrow">
              <a:avLst>
                <a:gd name="adj1" fmla="val 39919"/>
                <a:gd name="adj2" fmla="val 30594"/>
                <a:gd name="adj3" fmla="val 32459"/>
                <a:gd name="adj4" fmla="val 4375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2">
                    <a:lumMod val="25000"/>
                    <a:lumOff val="75000"/>
                  </a:schemeClr>
                </a:solidFill>
              </a:endParaRPr>
            </a:p>
          </p:txBody>
        </p:sp>
        <p:sp>
          <p:nvSpPr>
            <p:cNvPr id="32" name="Arrow: Bent 31">
              <a:extLst>
                <a:ext uri="{FF2B5EF4-FFF2-40B4-BE49-F238E27FC236}">
                  <a16:creationId xmlns:a16="http://schemas.microsoft.com/office/drawing/2014/main" id="{F64781CF-DD07-FE92-DA24-2EB7739F9BD3}"/>
                </a:ext>
              </a:extLst>
            </p:cNvPr>
            <p:cNvSpPr/>
            <p:nvPr/>
          </p:nvSpPr>
          <p:spPr>
            <a:xfrm flipV="1">
              <a:off x="4982831" y="5918506"/>
              <a:ext cx="908812" cy="620408"/>
            </a:xfrm>
            <a:prstGeom prst="bentArrow">
              <a:avLst>
                <a:gd name="adj1" fmla="val 34322"/>
                <a:gd name="adj2" fmla="val 30594"/>
                <a:gd name="adj3" fmla="val 32459"/>
                <a:gd name="adj4" fmla="val 43750"/>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2">
                    <a:lumMod val="25000"/>
                    <a:lumOff val="75000"/>
                  </a:schemeClr>
                </a:solidFill>
              </a:endParaRPr>
            </a:p>
          </p:txBody>
        </p:sp>
        <p:sp>
          <p:nvSpPr>
            <p:cNvPr id="33" name="TextBox 32">
              <a:extLst>
                <a:ext uri="{FF2B5EF4-FFF2-40B4-BE49-F238E27FC236}">
                  <a16:creationId xmlns:a16="http://schemas.microsoft.com/office/drawing/2014/main" id="{88491FEE-CF92-E228-3BCA-54D3AAAE89BF}"/>
                </a:ext>
              </a:extLst>
            </p:cNvPr>
            <p:cNvSpPr txBox="1"/>
            <p:nvPr/>
          </p:nvSpPr>
          <p:spPr>
            <a:xfrm>
              <a:off x="5977503" y="3683527"/>
              <a:ext cx="908812" cy="595379"/>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pPr algn="ctr"/>
              <a:r>
                <a:rPr lang="en-GB" noProof="0">
                  <a:solidFill>
                    <a:schemeClr val="accent1">
                      <a:lumMod val="75000"/>
                    </a:schemeClr>
                  </a:solidFill>
                </a:rPr>
                <a:t>YES</a:t>
              </a:r>
            </a:p>
          </p:txBody>
        </p:sp>
        <p:sp>
          <p:nvSpPr>
            <p:cNvPr id="34" name="TextBox 33">
              <a:extLst>
                <a:ext uri="{FF2B5EF4-FFF2-40B4-BE49-F238E27FC236}">
                  <a16:creationId xmlns:a16="http://schemas.microsoft.com/office/drawing/2014/main" id="{B2CB705F-81A1-131B-62CF-D62F627B806F}"/>
                </a:ext>
              </a:extLst>
            </p:cNvPr>
            <p:cNvSpPr txBox="1"/>
            <p:nvPr/>
          </p:nvSpPr>
          <p:spPr>
            <a:xfrm>
              <a:off x="5977503" y="6109966"/>
              <a:ext cx="908812" cy="595379"/>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pPr algn="ctr"/>
              <a:r>
                <a:rPr lang="en-GB" noProof="0">
                  <a:solidFill>
                    <a:schemeClr val="accent1">
                      <a:lumMod val="75000"/>
                    </a:schemeClr>
                  </a:solidFill>
                </a:rPr>
                <a:t>NO</a:t>
              </a:r>
            </a:p>
          </p:txBody>
        </p:sp>
        <p:sp>
          <p:nvSpPr>
            <p:cNvPr id="35" name="Arrow: Down 34">
              <a:extLst>
                <a:ext uri="{FF2B5EF4-FFF2-40B4-BE49-F238E27FC236}">
                  <a16:creationId xmlns:a16="http://schemas.microsoft.com/office/drawing/2014/main" id="{98651389-90CA-E6BB-A7D3-BF0DDD8D420E}"/>
                </a:ext>
              </a:extLst>
            </p:cNvPr>
            <p:cNvSpPr/>
            <p:nvPr/>
          </p:nvSpPr>
          <p:spPr>
            <a:xfrm rot="16200000">
              <a:off x="7180007" y="3613634"/>
              <a:ext cx="408623" cy="722885"/>
            </a:xfrm>
            <a:prstGeom prst="down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2">
                    <a:lumMod val="25000"/>
                    <a:lumOff val="75000"/>
                  </a:schemeClr>
                </a:solidFill>
              </a:endParaRPr>
            </a:p>
          </p:txBody>
        </p:sp>
        <p:sp>
          <p:nvSpPr>
            <p:cNvPr id="36" name="Arrow: Down 35">
              <a:extLst>
                <a:ext uri="{FF2B5EF4-FFF2-40B4-BE49-F238E27FC236}">
                  <a16:creationId xmlns:a16="http://schemas.microsoft.com/office/drawing/2014/main" id="{27DA06D1-D719-5312-A962-C5C4CA27E040}"/>
                </a:ext>
              </a:extLst>
            </p:cNvPr>
            <p:cNvSpPr/>
            <p:nvPr/>
          </p:nvSpPr>
          <p:spPr>
            <a:xfrm rot="16200000">
              <a:off x="7180007" y="6015215"/>
              <a:ext cx="408623" cy="722885"/>
            </a:xfrm>
            <a:prstGeom prst="downArrow">
              <a:avLst/>
            </a:prstGeom>
            <a:solidFill>
              <a:schemeClr val="accent4">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solidFill>
                  <a:schemeClr val="tx2">
                    <a:lumMod val="25000"/>
                    <a:lumOff val="75000"/>
                  </a:schemeClr>
                </a:solidFill>
              </a:endParaRPr>
            </a:p>
          </p:txBody>
        </p:sp>
        <p:sp>
          <p:nvSpPr>
            <p:cNvPr id="37" name="TextBox 36">
              <a:extLst>
                <a:ext uri="{FF2B5EF4-FFF2-40B4-BE49-F238E27FC236}">
                  <a16:creationId xmlns:a16="http://schemas.microsoft.com/office/drawing/2014/main" id="{98C49267-5F70-0EB8-0D85-B4EEAC0EAF31}"/>
                </a:ext>
              </a:extLst>
            </p:cNvPr>
            <p:cNvSpPr txBox="1"/>
            <p:nvPr/>
          </p:nvSpPr>
          <p:spPr>
            <a:xfrm>
              <a:off x="7875924" y="3719688"/>
              <a:ext cx="3087317" cy="595379"/>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pPr algn="ctr"/>
              <a:r>
                <a:rPr lang="en-GB">
                  <a:solidFill>
                    <a:schemeClr val="accent1">
                      <a:lumMod val="75000"/>
                    </a:schemeClr>
                  </a:solidFill>
                </a:rPr>
                <a:t>S</a:t>
              </a:r>
              <a:r>
                <a:rPr lang="en-GB" noProof="0">
                  <a:solidFill>
                    <a:schemeClr val="accent1">
                      <a:lumMod val="75000"/>
                    </a:schemeClr>
                  </a:solidFill>
                </a:rPr>
                <a:t>ell electricity</a:t>
              </a:r>
            </a:p>
          </p:txBody>
        </p:sp>
        <p:sp>
          <p:nvSpPr>
            <p:cNvPr id="38" name="TextBox 37">
              <a:extLst>
                <a:ext uri="{FF2B5EF4-FFF2-40B4-BE49-F238E27FC236}">
                  <a16:creationId xmlns:a16="http://schemas.microsoft.com/office/drawing/2014/main" id="{7D8832B0-2257-DEE5-380E-6E5AE4CD327F}"/>
                </a:ext>
              </a:extLst>
            </p:cNvPr>
            <p:cNvSpPr txBox="1"/>
            <p:nvPr/>
          </p:nvSpPr>
          <p:spPr>
            <a:xfrm>
              <a:off x="7925639" y="6024617"/>
              <a:ext cx="3511114" cy="595379"/>
            </a:xfrm>
            <a:prstGeom prst="roundRect">
              <a:avLst/>
            </a:prstGeom>
            <a:solidFill>
              <a:schemeClr val="accent4">
                <a:lumMod val="20000"/>
                <a:lumOff val="80000"/>
              </a:schemeClr>
            </a:solid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pPr algn="ctr"/>
              <a:r>
                <a:rPr lang="en-GB" noProof="0">
                  <a:solidFill>
                    <a:schemeClr val="accent1">
                      <a:lumMod val="75000"/>
                    </a:schemeClr>
                  </a:solidFill>
                </a:rPr>
                <a:t>Produce and sell H2</a:t>
              </a:r>
            </a:p>
          </p:txBody>
        </p:sp>
      </p:grpSp>
      <p:sp>
        <p:nvSpPr>
          <p:cNvPr id="4" name="CasellaDiTesto 3">
            <a:extLst>
              <a:ext uri="{FF2B5EF4-FFF2-40B4-BE49-F238E27FC236}">
                <a16:creationId xmlns:a16="http://schemas.microsoft.com/office/drawing/2014/main" id="{8A4F0B0E-BE4C-9FAA-C93D-8DE61ADAB2D7}"/>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1" name="TextBox 13">
            <a:extLst>
              <a:ext uri="{FF2B5EF4-FFF2-40B4-BE49-F238E27FC236}">
                <a16:creationId xmlns:a16="http://schemas.microsoft.com/office/drawing/2014/main" id="{D74B20C1-5402-1CEE-56DF-97A596FC85F5}"/>
              </a:ext>
            </a:extLst>
          </p:cNvPr>
          <p:cNvSpPr txBox="1"/>
          <p:nvPr/>
        </p:nvSpPr>
        <p:spPr>
          <a:xfrm>
            <a:off x="7262101" y="60129"/>
            <a:ext cx="1044000" cy="442674"/>
          </a:xfrm>
          <a:prstGeom prst="roundRect">
            <a:avLst/>
          </a:prstGeom>
          <a:solidFill>
            <a:srgbClr val="3CADE0"/>
          </a:solidFill>
          <a:ln w="28575" cap="flat" cmpd="sng" algn="ctr">
            <a:solidFill>
              <a:srgbClr val="3CADE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HYDROGEN SCENARIO</a:t>
            </a:r>
          </a:p>
        </p:txBody>
      </p:sp>
      <p:sp>
        <p:nvSpPr>
          <p:cNvPr id="12" name="Arrow: Right 14">
            <a:extLst>
              <a:ext uri="{FF2B5EF4-FFF2-40B4-BE49-F238E27FC236}">
                <a16:creationId xmlns:a16="http://schemas.microsoft.com/office/drawing/2014/main" id="{EA9E6017-19E4-65A0-DA9C-6FF0F00E3FAA}"/>
              </a:ext>
            </a:extLst>
          </p:cNvPr>
          <p:cNvSpPr/>
          <p:nvPr/>
        </p:nvSpPr>
        <p:spPr>
          <a:xfrm rot="10800000">
            <a:off x="8376772" y="126749"/>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3" name="TextBox 15">
            <a:extLst>
              <a:ext uri="{FF2B5EF4-FFF2-40B4-BE49-F238E27FC236}">
                <a16:creationId xmlns:a16="http://schemas.microsoft.com/office/drawing/2014/main" id="{4529AD7D-DAF4-CC29-E501-939C0C25C008}"/>
              </a:ext>
            </a:extLst>
          </p:cNvPr>
          <p:cNvSpPr txBox="1"/>
          <p:nvPr/>
        </p:nvSpPr>
        <p:spPr>
          <a:xfrm>
            <a:off x="8733343" y="52216"/>
            <a:ext cx="1044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SENSITIVITY ANALYSIS</a:t>
            </a:r>
          </a:p>
        </p:txBody>
      </p:sp>
      <p:sp>
        <p:nvSpPr>
          <p:cNvPr id="14" name="TextBox 17">
            <a:extLst>
              <a:ext uri="{FF2B5EF4-FFF2-40B4-BE49-F238E27FC236}">
                <a16:creationId xmlns:a16="http://schemas.microsoft.com/office/drawing/2014/main" id="{1FEDD83E-60C2-D7C9-DA8E-E840B98C9EAF}"/>
              </a:ext>
            </a:extLst>
          </p:cNvPr>
          <p:cNvSpPr txBox="1"/>
          <p:nvPr/>
        </p:nvSpPr>
        <p:spPr>
          <a:xfrm>
            <a:off x="10204585" y="55291"/>
            <a:ext cx="1080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NO FIP SCENARIOS</a:t>
            </a:r>
          </a:p>
        </p:txBody>
      </p:sp>
      <p:sp>
        <p:nvSpPr>
          <p:cNvPr id="16" name="Arrow: Right 19">
            <a:extLst>
              <a:ext uri="{FF2B5EF4-FFF2-40B4-BE49-F238E27FC236}">
                <a16:creationId xmlns:a16="http://schemas.microsoft.com/office/drawing/2014/main" id="{2FF203FF-724F-9049-EAFE-CD7206EA4B4B}"/>
              </a:ext>
            </a:extLst>
          </p:cNvPr>
          <p:cNvSpPr/>
          <p:nvPr/>
        </p:nvSpPr>
        <p:spPr>
          <a:xfrm rot="10800000">
            <a:off x="9848014" y="124455"/>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9" name="Picture 2">
            <a:extLst>
              <a:ext uri="{FF2B5EF4-FFF2-40B4-BE49-F238E27FC236}">
                <a16:creationId xmlns:a16="http://schemas.microsoft.com/office/drawing/2014/main" id="{2557C450-8687-0D2D-3232-B34E53C68B44}"/>
              </a:ext>
            </a:extLst>
          </p:cNvPr>
          <p:cNvPicPr>
            <a:picLocks noChangeAspect="1" noChangeArrowheads="1"/>
          </p:cNvPicPr>
          <p:nvPr/>
        </p:nvPicPr>
        <p:blipFill rotWithShape="1">
          <a:blip r:embed="rId3">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8336105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D7FF0D71-ABBD-1F64-24AC-AE28D34F7523}"/>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EFBCA613-11F3-EC82-8F24-BEE91879715D}"/>
              </a:ext>
            </a:extLst>
          </p:cNvPr>
          <p:cNvSpPr txBox="1"/>
          <p:nvPr/>
        </p:nvSpPr>
        <p:spPr>
          <a:xfrm>
            <a:off x="731274" y="65037"/>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3" name="CasellaDiTesto 38">
            <a:extLst>
              <a:ext uri="{FF2B5EF4-FFF2-40B4-BE49-F238E27FC236}">
                <a16:creationId xmlns:a16="http://schemas.microsoft.com/office/drawing/2014/main" id="{126C9703-4392-6996-B19A-B67DAA7F8996}"/>
              </a:ext>
            </a:extLst>
          </p:cNvPr>
          <p:cNvSpPr txBox="1"/>
          <p:nvPr/>
        </p:nvSpPr>
        <p:spPr>
          <a:xfrm>
            <a:off x="695325" y="552160"/>
            <a:ext cx="6253698"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Hydrogen Scenario</a:t>
            </a:r>
          </a:p>
        </p:txBody>
      </p:sp>
      <p:pic>
        <p:nvPicPr>
          <p:cNvPr id="11" name="Picture 10" descr="A graph of different colored lines&#10;&#10;AI-generated content may be incorrect.">
            <a:extLst>
              <a:ext uri="{FF2B5EF4-FFF2-40B4-BE49-F238E27FC236}">
                <a16:creationId xmlns:a16="http://schemas.microsoft.com/office/drawing/2014/main" id="{59793607-2540-D5D6-13D6-FE9491B775B7}"/>
              </a:ext>
            </a:extLst>
          </p:cNvPr>
          <p:cNvPicPr>
            <a:picLocks noChangeAspect="1"/>
          </p:cNvPicPr>
          <p:nvPr/>
        </p:nvPicPr>
        <p:blipFill>
          <a:blip r:embed="rId2">
            <a:extLst>
              <a:ext uri="{28A0092B-C50C-407E-A947-70E740481C1C}">
                <a14:useLocalDpi xmlns:a14="http://schemas.microsoft.com/office/drawing/2010/main" val="0"/>
              </a:ext>
            </a:extLst>
          </a:blip>
          <a:srcRect r="2046"/>
          <a:stretch>
            <a:fillRect/>
          </a:stretch>
        </p:blipFill>
        <p:spPr>
          <a:xfrm>
            <a:off x="6690167" y="3536015"/>
            <a:ext cx="4317680" cy="2644722"/>
          </a:xfrm>
          <a:prstGeom prst="roundRect">
            <a:avLst>
              <a:gd name="adj" fmla="val 7039"/>
            </a:avLst>
          </a:prstGeom>
        </p:spPr>
      </p:pic>
      <p:pic>
        <p:nvPicPr>
          <p:cNvPr id="13" name="Picture 12" descr="A graph of different colored lines&#10;&#10;AI-generated content may be incorrect.">
            <a:extLst>
              <a:ext uri="{FF2B5EF4-FFF2-40B4-BE49-F238E27FC236}">
                <a16:creationId xmlns:a16="http://schemas.microsoft.com/office/drawing/2014/main" id="{D1FD5B02-CE55-3AD2-26FB-04F7E7C787B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90167" y="677263"/>
            <a:ext cx="4317680" cy="2590608"/>
          </a:xfrm>
          <a:prstGeom prst="roundRect">
            <a:avLst>
              <a:gd name="adj" fmla="val 6391"/>
            </a:avLst>
          </a:prstGeom>
        </p:spPr>
      </p:pic>
      <p:pic>
        <p:nvPicPr>
          <p:cNvPr id="16" name="Picture 15" descr="A graph of different colored lines&#10;&#10;AI-generated content may be incorrect.">
            <a:extLst>
              <a:ext uri="{FF2B5EF4-FFF2-40B4-BE49-F238E27FC236}">
                <a16:creationId xmlns:a16="http://schemas.microsoft.com/office/drawing/2014/main" id="{A8DD1F33-1A7D-F699-C307-739A24FFE1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360" y="1922758"/>
            <a:ext cx="5020807" cy="3012484"/>
          </a:xfrm>
          <a:prstGeom prst="roundRect">
            <a:avLst>
              <a:gd name="adj" fmla="val 4756"/>
            </a:avLst>
          </a:prstGeom>
        </p:spPr>
      </p:pic>
      <p:sp>
        <p:nvSpPr>
          <p:cNvPr id="4" name="CasellaDiTesto 3">
            <a:extLst>
              <a:ext uri="{FF2B5EF4-FFF2-40B4-BE49-F238E27FC236}">
                <a16:creationId xmlns:a16="http://schemas.microsoft.com/office/drawing/2014/main" id="{ECCBB69B-940D-275D-42D1-CDA6984BF9C4}"/>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sp>
        <p:nvSpPr>
          <p:cNvPr id="12" name="TextBox 13">
            <a:extLst>
              <a:ext uri="{FF2B5EF4-FFF2-40B4-BE49-F238E27FC236}">
                <a16:creationId xmlns:a16="http://schemas.microsoft.com/office/drawing/2014/main" id="{E8DE0B10-5DBB-CAF0-0C2E-55BE0CA8F472}"/>
              </a:ext>
            </a:extLst>
          </p:cNvPr>
          <p:cNvSpPr txBox="1"/>
          <p:nvPr/>
        </p:nvSpPr>
        <p:spPr>
          <a:xfrm>
            <a:off x="7262101" y="60129"/>
            <a:ext cx="1044000" cy="442674"/>
          </a:xfrm>
          <a:prstGeom prst="roundRect">
            <a:avLst/>
          </a:prstGeom>
          <a:solidFill>
            <a:srgbClr val="3CADE0"/>
          </a:solidFill>
          <a:ln w="28575" cap="flat" cmpd="sng" algn="ctr">
            <a:solidFill>
              <a:srgbClr val="3CADE0"/>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HYDROGEN SCENARIO</a:t>
            </a:r>
          </a:p>
        </p:txBody>
      </p:sp>
      <p:sp>
        <p:nvSpPr>
          <p:cNvPr id="14" name="Arrow: Right 14">
            <a:extLst>
              <a:ext uri="{FF2B5EF4-FFF2-40B4-BE49-F238E27FC236}">
                <a16:creationId xmlns:a16="http://schemas.microsoft.com/office/drawing/2014/main" id="{3C08A08E-68D2-1365-D9E7-73145B6FB8E1}"/>
              </a:ext>
            </a:extLst>
          </p:cNvPr>
          <p:cNvSpPr/>
          <p:nvPr/>
        </p:nvSpPr>
        <p:spPr>
          <a:xfrm rot="10800000">
            <a:off x="8376772" y="126749"/>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sp>
        <p:nvSpPr>
          <p:cNvPr id="15" name="TextBox 15">
            <a:extLst>
              <a:ext uri="{FF2B5EF4-FFF2-40B4-BE49-F238E27FC236}">
                <a16:creationId xmlns:a16="http://schemas.microsoft.com/office/drawing/2014/main" id="{32AF0EED-D689-5427-BF34-2C89898E8D9C}"/>
              </a:ext>
            </a:extLst>
          </p:cNvPr>
          <p:cNvSpPr txBox="1"/>
          <p:nvPr/>
        </p:nvSpPr>
        <p:spPr>
          <a:xfrm>
            <a:off x="8733343" y="52216"/>
            <a:ext cx="1044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SENSITIVITY ANALYSIS</a:t>
            </a:r>
          </a:p>
        </p:txBody>
      </p:sp>
      <p:sp>
        <p:nvSpPr>
          <p:cNvPr id="17" name="TextBox 17">
            <a:extLst>
              <a:ext uri="{FF2B5EF4-FFF2-40B4-BE49-F238E27FC236}">
                <a16:creationId xmlns:a16="http://schemas.microsoft.com/office/drawing/2014/main" id="{3AB68153-A514-EEF9-49EE-041A6175276F}"/>
              </a:ext>
            </a:extLst>
          </p:cNvPr>
          <p:cNvSpPr txBox="1"/>
          <p:nvPr/>
        </p:nvSpPr>
        <p:spPr>
          <a:xfrm>
            <a:off x="10204585" y="55291"/>
            <a:ext cx="1080000" cy="442674"/>
          </a:xfrm>
          <a:prstGeom prst="roundRect">
            <a:avLst/>
          </a:prstGeom>
          <a:solidFill>
            <a:srgbClr val="19739B"/>
          </a:solidFill>
          <a:ln w="28575" cap="flat" cmpd="sng" algn="ctr">
            <a:solidFill>
              <a:srgbClr val="19739B"/>
            </a:solid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defRPr sz="3600" i="1">
                <a:solidFill>
                  <a:schemeClr val="accent4">
                    <a:lumMod val="20000"/>
                    <a:lumOff val="80000"/>
                  </a:schemeClr>
                </a:solidFill>
                <a:latin typeface="Satoshi" pitchFamily="50" charset="0"/>
              </a:defRPr>
            </a:lvl1pPr>
          </a:lstStyle>
          <a:p>
            <a:pPr algn="ctr"/>
            <a:r>
              <a:rPr lang="en-GB" sz="1000" b="1" i="0">
                <a:solidFill>
                  <a:schemeClr val="accent1">
                    <a:lumMod val="50000"/>
                  </a:schemeClr>
                </a:solidFill>
              </a:rPr>
              <a:t>NO FIP SCENARIOS</a:t>
            </a:r>
          </a:p>
        </p:txBody>
      </p:sp>
      <p:sp>
        <p:nvSpPr>
          <p:cNvPr id="18" name="Arrow: Right 19">
            <a:extLst>
              <a:ext uri="{FF2B5EF4-FFF2-40B4-BE49-F238E27FC236}">
                <a16:creationId xmlns:a16="http://schemas.microsoft.com/office/drawing/2014/main" id="{5BE614D7-9447-1A5F-43F9-AB288822970F}"/>
              </a:ext>
            </a:extLst>
          </p:cNvPr>
          <p:cNvSpPr/>
          <p:nvPr/>
        </p:nvSpPr>
        <p:spPr>
          <a:xfrm rot="10800000">
            <a:off x="9848014" y="124455"/>
            <a:ext cx="285900" cy="284405"/>
          </a:xfrm>
          <a:prstGeom prst="rightArrow">
            <a:avLst/>
          </a:prstGeom>
          <a:solidFill>
            <a:srgbClr val="19739B"/>
          </a:solidFill>
          <a:ln>
            <a:solidFill>
              <a:srgbClr val="19739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noProof="0"/>
          </a:p>
        </p:txBody>
      </p:sp>
      <p:pic>
        <p:nvPicPr>
          <p:cNvPr id="19" name="Picture 2">
            <a:extLst>
              <a:ext uri="{FF2B5EF4-FFF2-40B4-BE49-F238E27FC236}">
                <a16:creationId xmlns:a16="http://schemas.microsoft.com/office/drawing/2014/main" id="{7DC54ECA-A7DF-42A4-5C37-E15180B260DE}"/>
              </a:ext>
            </a:extLst>
          </p:cNvPr>
          <p:cNvPicPr>
            <a:picLocks noChangeAspect="1" noChangeArrowheads="1"/>
          </p:cNvPicPr>
          <p:nvPr/>
        </p:nvPicPr>
        <p:blipFill rotWithShape="1">
          <a:blip r:embed="rId5">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04097846"/>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accent1">
            <a:lumMod val="50000"/>
          </a:schemeClr>
        </a:solidFill>
        <a:effectLst/>
      </p:bgPr>
    </p:bg>
    <p:spTree>
      <p:nvGrpSpPr>
        <p:cNvPr id="1" name="">
          <a:extLst>
            <a:ext uri="{FF2B5EF4-FFF2-40B4-BE49-F238E27FC236}">
              <a16:creationId xmlns:a16="http://schemas.microsoft.com/office/drawing/2014/main" id="{0539D120-7416-2E94-C171-AE7074D2E2EB}"/>
            </a:ext>
          </a:extLst>
        </p:cNvPr>
        <p:cNvGrpSpPr/>
        <p:nvPr/>
      </p:nvGrpSpPr>
      <p:grpSpPr>
        <a:xfrm>
          <a:off x="0" y="0"/>
          <a:ext cx="0" cy="0"/>
          <a:chOff x="0" y="0"/>
          <a:chExt cx="0" cy="0"/>
        </a:xfrm>
      </p:grpSpPr>
      <p:sp>
        <p:nvSpPr>
          <p:cNvPr id="5" name="CasellaDiTesto 4">
            <a:extLst>
              <a:ext uri="{FF2B5EF4-FFF2-40B4-BE49-F238E27FC236}">
                <a16:creationId xmlns:a16="http://schemas.microsoft.com/office/drawing/2014/main" id="{6FA653EB-D3E6-29A5-3B51-9299D6DD4597}"/>
              </a:ext>
            </a:extLst>
          </p:cNvPr>
          <p:cNvSpPr txBox="1"/>
          <p:nvPr/>
        </p:nvSpPr>
        <p:spPr>
          <a:xfrm>
            <a:off x="695325" y="71725"/>
            <a:ext cx="2542540" cy="400110"/>
          </a:xfrm>
          <a:prstGeom prst="rect">
            <a:avLst/>
          </a:prstGeom>
          <a:noFill/>
        </p:spPr>
        <p:txBody>
          <a:bodyPr wrap="square" rtlCol="0">
            <a:spAutoFit/>
          </a:bodyPr>
          <a:lstStyle/>
          <a:p>
            <a:r>
              <a:rPr lang="en-GB" sz="2000" noProof="0">
                <a:solidFill>
                  <a:schemeClr val="accent1">
                    <a:lumMod val="60000"/>
                    <a:lumOff val="40000"/>
                  </a:schemeClr>
                </a:solidFill>
                <a:latin typeface="Satoshi" pitchFamily="50" charset="0"/>
              </a:rPr>
              <a:t>Wind Energy</a:t>
            </a:r>
          </a:p>
        </p:txBody>
      </p:sp>
      <p:sp>
        <p:nvSpPr>
          <p:cNvPr id="2" name="CasellaDiTesto 38">
            <a:extLst>
              <a:ext uri="{FF2B5EF4-FFF2-40B4-BE49-F238E27FC236}">
                <a16:creationId xmlns:a16="http://schemas.microsoft.com/office/drawing/2014/main" id="{8C9F0CE2-AD78-7862-8762-5FFB9843D628}"/>
              </a:ext>
            </a:extLst>
          </p:cNvPr>
          <p:cNvSpPr txBox="1"/>
          <p:nvPr/>
        </p:nvSpPr>
        <p:spPr>
          <a:xfrm>
            <a:off x="695325" y="556011"/>
            <a:ext cx="4786928" cy="769441"/>
          </a:xfrm>
          <a:prstGeom prst="rect">
            <a:avLst/>
          </a:prstGeom>
          <a:noFill/>
        </p:spPr>
        <p:txBody>
          <a:bodyPr wrap="square" rtlCol="0">
            <a:spAutoFit/>
          </a:bodyPr>
          <a:lstStyle/>
          <a:p>
            <a:r>
              <a:rPr lang="en-GB" sz="4400" b="1" noProof="0">
                <a:solidFill>
                  <a:schemeClr val="accent1">
                    <a:lumMod val="40000"/>
                    <a:lumOff val="60000"/>
                  </a:schemeClr>
                </a:solidFill>
                <a:latin typeface="Satoshi" pitchFamily="50" charset="0"/>
              </a:rPr>
              <a:t>Conclusions</a:t>
            </a:r>
          </a:p>
        </p:txBody>
      </p:sp>
      <p:sp>
        <p:nvSpPr>
          <p:cNvPr id="3" name="TextBox 2">
            <a:extLst>
              <a:ext uri="{FF2B5EF4-FFF2-40B4-BE49-F238E27FC236}">
                <a16:creationId xmlns:a16="http://schemas.microsoft.com/office/drawing/2014/main" id="{0728F6A0-CA47-7480-3AAC-6C67D62194D5}"/>
              </a:ext>
            </a:extLst>
          </p:cNvPr>
          <p:cNvSpPr txBox="1"/>
          <p:nvPr/>
        </p:nvSpPr>
        <p:spPr>
          <a:xfrm>
            <a:off x="695326" y="1409628"/>
            <a:ext cx="10837862" cy="3046988"/>
          </a:xfrm>
          <a:prstGeom prst="roundRect">
            <a:avLst>
              <a:gd name="adj" fmla="val 0"/>
            </a:avLst>
          </a:prstGeom>
          <a:noFill/>
          <a:ln w="28575" cap="flat" cmpd="sng" algn="ctr">
            <a:noFill/>
            <a:prstDash val="solid"/>
            <a:round/>
            <a:headEnd type="none" w="med" len="med"/>
            <a:tailEnd type="none" w="med" len="med"/>
          </a:ln>
        </p:spPr>
        <p:style>
          <a:lnRef idx="0">
            <a:scrgbClr r="0" g="0" b="0"/>
          </a:lnRef>
          <a:fillRef idx="0">
            <a:scrgbClr r="0" g="0" b="0"/>
          </a:fillRef>
          <a:effectRef idx="0">
            <a:scrgbClr r="0" g="0" b="0"/>
          </a:effectRef>
          <a:fontRef idx="minor">
            <a:schemeClr val="accent1"/>
          </a:fontRef>
        </p:style>
        <p:txBody>
          <a:bodyPr wrap="square" rtlCol="0">
            <a:spAutoFit/>
          </a:bodyPr>
          <a:lstStyle>
            <a:defPPr>
              <a:defRPr lang="it-IT"/>
            </a:defPPr>
            <a:lvl1pPr algn="just">
              <a:defRPr sz="2400" b="1" i="0">
                <a:solidFill>
                  <a:schemeClr val="accent1">
                    <a:lumMod val="50000"/>
                  </a:schemeClr>
                </a:solidFill>
                <a:latin typeface="Satoshi" pitchFamily="50" charset="0"/>
              </a:defRPr>
            </a:lvl1pPr>
          </a:lstStyle>
          <a:p>
            <a:pPr marL="342900" indent="-342900">
              <a:buFont typeface="Arial" panose="020B0604020202020204" pitchFamily="34" charset="0"/>
              <a:buChar char="•"/>
            </a:pPr>
            <a:r>
              <a:rPr lang="en-GB" b="0" noProof="0">
                <a:solidFill>
                  <a:schemeClr val="tx2">
                    <a:lumMod val="10000"/>
                    <a:lumOff val="90000"/>
                  </a:schemeClr>
                </a:solidFill>
              </a:rPr>
              <a:t>If </a:t>
            </a:r>
            <a:r>
              <a:rPr lang="en-GB" noProof="0">
                <a:solidFill>
                  <a:schemeClr val="accent1">
                    <a:lumMod val="60000"/>
                    <a:lumOff val="40000"/>
                  </a:schemeClr>
                </a:solidFill>
              </a:rPr>
              <a:t>incentives</a:t>
            </a:r>
            <a:r>
              <a:rPr lang="en-GB" b="0" noProof="0">
                <a:solidFill>
                  <a:schemeClr val="tx2">
                    <a:lumMod val="10000"/>
                    <a:lumOff val="90000"/>
                  </a:schemeClr>
                </a:solidFill>
              </a:rPr>
              <a:t> are given the plant is overall economically </a:t>
            </a:r>
            <a:r>
              <a:rPr lang="en-GB" noProof="0">
                <a:solidFill>
                  <a:schemeClr val="accent1">
                    <a:lumMod val="60000"/>
                    <a:lumOff val="40000"/>
                  </a:schemeClr>
                </a:solidFill>
              </a:rPr>
              <a:t>profitable</a:t>
            </a:r>
            <a:r>
              <a:rPr lang="en-GB" b="0" noProof="0">
                <a:solidFill>
                  <a:schemeClr val="tx2">
                    <a:lumMod val="10000"/>
                    <a:lumOff val="90000"/>
                  </a:schemeClr>
                </a:solidFill>
              </a:rPr>
              <a:t>.</a:t>
            </a:r>
            <a:endParaRPr lang="en-GB" b="0">
              <a:solidFill>
                <a:schemeClr val="tx2">
                  <a:lumMod val="10000"/>
                  <a:lumOff val="90000"/>
                </a:schemeClr>
              </a:solidFill>
            </a:endParaRPr>
          </a:p>
          <a:p>
            <a:pPr marL="342900" indent="-342900">
              <a:buFont typeface="Arial" panose="020B0604020202020204" pitchFamily="34" charset="0"/>
              <a:buChar char="•"/>
            </a:pPr>
            <a:r>
              <a:rPr lang="en-GB" b="0">
                <a:solidFill>
                  <a:schemeClr val="accent4">
                    <a:lumMod val="20000"/>
                    <a:lumOff val="80000"/>
                  </a:schemeClr>
                </a:solidFill>
              </a:rPr>
              <a:t>In order to get incentives is important to build the plant in less than 60 months.</a:t>
            </a:r>
          </a:p>
          <a:p>
            <a:pPr marL="342900" indent="-342900">
              <a:buFont typeface="Arial" panose="020B0604020202020204" pitchFamily="34" charset="0"/>
              <a:buChar char="•"/>
            </a:pPr>
            <a:r>
              <a:rPr lang="en-GB" b="0">
                <a:solidFill>
                  <a:schemeClr val="accent4">
                    <a:lumMod val="20000"/>
                    <a:lumOff val="80000"/>
                  </a:schemeClr>
                </a:solidFill>
              </a:rPr>
              <a:t>In case of </a:t>
            </a:r>
            <a:r>
              <a:rPr lang="en-GB">
                <a:solidFill>
                  <a:schemeClr val="accent1">
                    <a:lumMod val="60000"/>
                    <a:lumOff val="40000"/>
                  </a:schemeClr>
                </a:solidFill>
              </a:rPr>
              <a:t>no incentives</a:t>
            </a:r>
            <a:r>
              <a:rPr lang="en-GB" b="0">
                <a:solidFill>
                  <a:schemeClr val="accent4">
                    <a:lumMod val="20000"/>
                    <a:lumOff val="80000"/>
                  </a:schemeClr>
                </a:solidFill>
              </a:rPr>
              <a:t>, some </a:t>
            </a:r>
            <a:r>
              <a:rPr lang="en-GB">
                <a:solidFill>
                  <a:schemeClr val="accent1">
                    <a:lumMod val="60000"/>
                    <a:lumOff val="40000"/>
                  </a:schemeClr>
                </a:solidFill>
              </a:rPr>
              <a:t>changes to the project are needed</a:t>
            </a:r>
            <a:r>
              <a:rPr lang="en-GB" b="0">
                <a:solidFill>
                  <a:schemeClr val="accent4">
                    <a:lumMod val="20000"/>
                    <a:lumOff val="80000"/>
                  </a:schemeClr>
                </a:solidFill>
              </a:rPr>
              <a:t>, like the possibility of producing and selling hydrogen, which will allow to recover part of the investments. Another possibility could be the adoption of BESS technology but only if the plant is participating to capacity market.</a:t>
            </a:r>
          </a:p>
          <a:p>
            <a:endParaRPr lang="en-GB">
              <a:solidFill>
                <a:schemeClr val="accent4">
                  <a:lumMod val="20000"/>
                  <a:lumOff val="80000"/>
                </a:schemeClr>
              </a:solidFill>
            </a:endParaRPr>
          </a:p>
          <a:p>
            <a:endParaRPr lang="en-GB" noProof="0">
              <a:solidFill>
                <a:schemeClr val="tx2">
                  <a:lumMod val="10000"/>
                  <a:lumOff val="90000"/>
                </a:schemeClr>
              </a:solidFill>
            </a:endParaRPr>
          </a:p>
        </p:txBody>
      </p:sp>
      <p:pic>
        <p:nvPicPr>
          <p:cNvPr id="13" name="Picture 2" descr="Green Hydrogen + BESS: The Perfect Partnership for 24/7 Clean Energy">
            <a:extLst>
              <a:ext uri="{FF2B5EF4-FFF2-40B4-BE49-F238E27FC236}">
                <a16:creationId xmlns:a16="http://schemas.microsoft.com/office/drawing/2014/main" id="{76BFA196-1B11-63C3-08C0-13FC41751979}"/>
              </a:ext>
            </a:extLst>
          </p:cNvPr>
          <p:cNvPicPr>
            <a:picLocks noChangeAspect="1" noChangeArrowheads="1"/>
          </p:cNvPicPr>
          <p:nvPr/>
        </p:nvPicPr>
        <p:blipFill rotWithShape="1">
          <a:blip r:embed="rId2">
            <a:extLst>
              <a:ext uri="{BEBA8EAE-BF5A-486C-A8C5-ECC9F3942E4B}">
                <a14:imgProps xmlns:a14="http://schemas.microsoft.com/office/drawing/2010/main">
                  <a14:imgLayer r:embed="rId3">
                    <a14:imgEffect>
                      <a14:saturation sat="0"/>
                    </a14:imgEffect>
                  </a14:imgLayer>
                </a14:imgProps>
              </a:ext>
              <a:ext uri="{28A0092B-C50C-407E-A947-70E740481C1C}">
                <a14:useLocalDpi xmlns:a14="http://schemas.microsoft.com/office/drawing/2010/main" val="0"/>
              </a:ext>
            </a:extLst>
          </a:blip>
          <a:srcRect r="5640"/>
          <a:stretch>
            <a:fillRect/>
          </a:stretch>
        </p:blipFill>
        <p:spPr bwMode="auto">
          <a:xfrm>
            <a:off x="3672773" y="4155441"/>
            <a:ext cx="4797857" cy="1976848"/>
          </a:xfrm>
          <a:prstGeom prst="roundRect">
            <a:avLst>
              <a:gd name="adj" fmla="val 13228"/>
            </a:avLst>
          </a:prstGeom>
          <a:noFill/>
          <a:extLst>
            <a:ext uri="{909E8E84-426E-40DD-AFC4-6F175D3DCCD1}">
              <a14:hiddenFill xmlns:a14="http://schemas.microsoft.com/office/drawing/2010/main">
                <a:solidFill>
                  <a:srgbClr val="FFFFFF"/>
                </a:solidFill>
              </a14:hiddenFill>
            </a:ext>
          </a:extLst>
        </p:spPr>
      </p:pic>
      <p:sp>
        <p:nvSpPr>
          <p:cNvPr id="4" name="CasellaDiTesto 3">
            <a:extLst>
              <a:ext uri="{FF2B5EF4-FFF2-40B4-BE49-F238E27FC236}">
                <a16:creationId xmlns:a16="http://schemas.microsoft.com/office/drawing/2014/main" id="{71E9CD81-7058-4261-81AC-94223FF65D66}"/>
              </a:ext>
            </a:extLst>
          </p:cNvPr>
          <p:cNvSpPr txBox="1"/>
          <p:nvPr/>
        </p:nvSpPr>
        <p:spPr>
          <a:xfrm>
            <a:off x="4891485" y="6399609"/>
            <a:ext cx="2292183" cy="307777"/>
          </a:xfrm>
          <a:prstGeom prst="rect">
            <a:avLst/>
          </a:prstGeom>
          <a:noFill/>
        </p:spPr>
        <p:txBody>
          <a:bodyPr wrap="square" rtlCol="0">
            <a:spAutoFit/>
          </a:bodyPr>
          <a:lstStyle/>
          <a:p>
            <a:pPr algn="ctr"/>
            <a:r>
              <a:rPr lang="en-GB" sz="1400" noProof="0" err="1">
                <a:solidFill>
                  <a:schemeClr val="accent4">
                    <a:lumMod val="20000"/>
                    <a:lumOff val="80000"/>
                  </a:schemeClr>
                </a:solidFill>
                <a:latin typeface="Satoshi" pitchFamily="50" charset="0"/>
              </a:rPr>
              <a:t>Politecnico</a:t>
            </a:r>
            <a:r>
              <a:rPr lang="en-GB" sz="1400" noProof="0">
                <a:solidFill>
                  <a:schemeClr val="accent4">
                    <a:lumMod val="20000"/>
                    <a:lumOff val="80000"/>
                  </a:schemeClr>
                </a:solidFill>
                <a:latin typeface="Satoshi" pitchFamily="50" charset="0"/>
              </a:rPr>
              <a:t> di Milano</a:t>
            </a:r>
          </a:p>
        </p:txBody>
      </p:sp>
      <p:pic>
        <p:nvPicPr>
          <p:cNvPr id="11" name="Picture 2">
            <a:extLst>
              <a:ext uri="{FF2B5EF4-FFF2-40B4-BE49-F238E27FC236}">
                <a16:creationId xmlns:a16="http://schemas.microsoft.com/office/drawing/2014/main" id="{95A99C00-A5A2-5B62-1FA4-1405B11BE10A}"/>
              </a:ext>
            </a:extLst>
          </p:cNvPr>
          <p:cNvPicPr>
            <a:picLocks noChangeAspect="1" noChangeArrowheads="1"/>
          </p:cNvPicPr>
          <p:nvPr/>
        </p:nvPicPr>
        <p:blipFill rotWithShape="1">
          <a:blip r:embed="rId4">
            <a:lum bright="70000" contrast="-70000"/>
            <a:extLst>
              <a:ext uri="{28A0092B-C50C-407E-A947-70E740481C1C}">
                <a14:useLocalDpi xmlns:a14="http://schemas.microsoft.com/office/drawing/2010/main" val="0"/>
              </a:ext>
            </a:extLst>
          </a:blip>
          <a:srcRect l="23261" r="24937" b="35067"/>
          <a:stretch>
            <a:fillRect/>
          </a:stretch>
        </p:blipFill>
        <p:spPr bwMode="auto">
          <a:xfrm>
            <a:off x="4696715" y="6340231"/>
            <a:ext cx="462999" cy="42653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69254075"/>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theme/theme1.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i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Widescreen</PresentationFormat>
  <Slides>23</Slides>
  <Notes>6</Notes>
  <HiddenSlides>0</HiddenSlides>
  <ScaleCrop>false</ScaleCrop>
  <HeadingPairs>
    <vt:vector size="4" baseType="variant">
      <vt:variant>
        <vt:lpstr>Theme</vt:lpstr>
      </vt:variant>
      <vt:variant>
        <vt:i4>1</vt:i4>
      </vt:variant>
      <vt:variant>
        <vt:lpstr>Slide Titles</vt:lpstr>
      </vt:variant>
      <vt:variant>
        <vt:i4>23</vt:i4>
      </vt:variant>
    </vt:vector>
  </HeadingPairs>
  <TitlesOfParts>
    <vt:vector size="24" baseType="lpstr">
      <vt:lpstr>Tema di 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Alice Grieco</dc:creator>
  <cp:revision>1</cp:revision>
  <dcterms:created xsi:type="dcterms:W3CDTF">2025-12-06T19:06:51Z</dcterms:created>
  <dcterms:modified xsi:type="dcterms:W3CDTF">2025-12-17T15:34:57Z</dcterms:modified>
</cp:coreProperties>
</file>